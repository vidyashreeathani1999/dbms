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14">
  <p:sldMasterIdLst>
    <p:sldMasterId id="2147483763" r:id="rId4"/>
  </p:sldMasterIdLst>
  <p:notesMasterIdLst>
    <p:notesMasterId r:id="rId37"/>
  </p:notesMasterIdLst>
  <p:handoutMasterIdLst>
    <p:handoutMasterId r:id="rId38"/>
  </p:handoutMasterIdLst>
  <p:sldIdLst>
    <p:sldId id="347" r:id="rId5"/>
    <p:sldId id="258" r:id="rId6"/>
    <p:sldId id="356" r:id="rId7"/>
    <p:sldId id="357" r:id="rId8"/>
    <p:sldId id="358" r:id="rId9"/>
    <p:sldId id="359" r:id="rId10"/>
    <p:sldId id="360" r:id="rId11"/>
    <p:sldId id="361" r:id="rId12"/>
    <p:sldId id="362" r:id="rId13"/>
    <p:sldId id="363" r:id="rId14"/>
    <p:sldId id="364" r:id="rId15"/>
    <p:sldId id="365" r:id="rId16"/>
    <p:sldId id="366" r:id="rId17"/>
    <p:sldId id="367" r:id="rId18"/>
    <p:sldId id="368" r:id="rId19"/>
    <p:sldId id="369" r:id="rId20"/>
    <p:sldId id="370" r:id="rId21"/>
    <p:sldId id="371" r:id="rId22"/>
    <p:sldId id="372" r:id="rId23"/>
    <p:sldId id="373" r:id="rId24"/>
    <p:sldId id="374" r:id="rId25"/>
    <p:sldId id="375" r:id="rId26"/>
    <p:sldId id="376" r:id="rId27"/>
    <p:sldId id="377" r:id="rId28"/>
    <p:sldId id="378" r:id="rId29"/>
    <p:sldId id="380" r:id="rId30"/>
    <p:sldId id="353" r:id="rId31"/>
    <p:sldId id="382" r:id="rId32"/>
    <p:sldId id="381" r:id="rId33"/>
    <p:sldId id="355" r:id="rId34"/>
    <p:sldId id="379" r:id="rId35"/>
    <p:sldId id="348"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EA276501-C77F-41DE-9E47-4EA44DE6E53A}">
          <p14:sldIdLst>
            <p14:sldId id="347"/>
            <p14:sldId id="258"/>
          </p14:sldIdLst>
        </p14:section>
        <p14:section name="Entities" id="{6EABF4A5-0362-4D42-A9E9-43174AD66B17}">
          <p14:sldIdLst>
            <p14:sldId id="356"/>
            <p14:sldId id="357"/>
            <p14:sldId id="358"/>
            <p14:sldId id="359"/>
            <p14:sldId id="360"/>
            <p14:sldId id="361"/>
          </p14:sldIdLst>
        </p14:section>
        <p14:section name="Destinations" id="{FDB393BF-1344-450C-8D75-BAC11BBE6868}">
          <p14:sldIdLst>
            <p14:sldId id="362"/>
            <p14:sldId id="363"/>
            <p14:sldId id="364"/>
            <p14:sldId id="365"/>
            <p14:sldId id="366"/>
            <p14:sldId id="367"/>
          </p14:sldIdLst>
        </p14:section>
        <p14:section name="Event Fired Rules" id="{BE6CA11F-12A7-407F-8603-AC7C1FF6DDA1}">
          <p14:sldIdLst>
            <p14:sldId id="368"/>
            <p14:sldId id="369"/>
            <p14:sldId id="370"/>
            <p14:sldId id="371"/>
            <p14:sldId id="372"/>
            <p14:sldId id="373"/>
            <p14:sldId id="374"/>
            <p14:sldId id="375"/>
            <p14:sldId id="376"/>
            <p14:sldId id="377"/>
          </p14:sldIdLst>
        </p14:section>
        <p14:section name="Review" id="{0EA8C8BD-B85D-4B62-9459-AEB5D1506F5C}">
          <p14:sldIdLst>
            <p14:sldId id="378"/>
            <p14:sldId id="380"/>
            <p14:sldId id="353"/>
            <p14:sldId id="382"/>
            <p14:sldId id="381"/>
            <p14:sldId id="355"/>
            <p14:sldId id="379"/>
            <p14:sldId id="348"/>
          </p14:sldIdLst>
        </p14:section>
      </p14:sectionLst>
    </p:ext>
    <p:ext uri="{EFAFB233-063F-42B5-8137-9DF3F51BA10A}">
      <p15:sldGuideLst xmlns:p15="http://schemas.microsoft.com/office/powerpoint/2012/main">
        <p15:guide id="1" orient="horz" userDrawn="1">
          <p15:clr>
            <a:srgbClr val="A4A3A4"/>
          </p15:clr>
        </p15:guide>
        <p15:guide id="2" userDrawn="1">
          <p15:clr>
            <a:srgbClr val="A4A3A4"/>
          </p15:clr>
        </p15:guide>
      </p15:sldGuideLst>
    </p:ext>
    <p:ext uri="{2D200454-40CA-4A62-9FC3-DE9A4176ACB9}">
      <p15:notesGuideLst xmlns:p15="http://schemas.microsoft.com/office/powerpoint/2012/main">
        <p15:guide id="1" orient="horz">
          <p15:clr>
            <a:srgbClr val="A4A3A4"/>
          </p15:clr>
        </p15:guide>
        <p15:guide id="2">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eth Luersen" initials="sl" lastIdx="24" clrIdx="0"/>
  <p:cmAuthor id="1" name="Guidewire Education" initials="sluersen" lastIdx="22"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628C"/>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C5821B-88FF-4CA1-835C-444638EAE2BD}" v="128" dt="2020-12-11T08:43:11.844"/>
    <p1510:client id="{479EFF2C-D9F9-4A7C-A2FF-EB30EBC61E9D}" v="24" dt="2020-12-30T18:06:35.4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929" autoAdjust="0"/>
    <p:restoredTop sz="58639" autoAdjust="0"/>
  </p:normalViewPr>
  <p:slideViewPr>
    <p:cSldViewPr showGuides="1">
      <p:cViewPr varScale="1">
        <p:scale>
          <a:sx n="40" d="100"/>
          <a:sy n="40" d="100"/>
        </p:scale>
        <p:origin x="1340" y="40"/>
      </p:cViewPr>
      <p:guideLst>
        <p:guide orient="horz"/>
        <p:guide/>
      </p:guideLst>
    </p:cSldViewPr>
  </p:slideViewPr>
  <p:outlineViewPr>
    <p:cViewPr>
      <p:scale>
        <a:sx n="33" d="100"/>
        <a:sy n="33" d="100"/>
      </p:scale>
      <p:origin x="0" y="25620"/>
    </p:cViewPr>
  </p:outlineViewPr>
  <p:notesTextViewPr>
    <p:cViewPr>
      <p:scale>
        <a:sx n="125" d="100"/>
        <a:sy n="125" d="100"/>
      </p:scale>
      <p:origin x="0" y="0"/>
    </p:cViewPr>
  </p:notesTextViewPr>
  <p:sorterViewPr>
    <p:cViewPr>
      <p:scale>
        <a:sx n="100" d="100"/>
        <a:sy n="100" d="100"/>
      </p:scale>
      <p:origin x="0" y="-14536"/>
    </p:cViewPr>
  </p:sorterViewPr>
  <p:notesViewPr>
    <p:cSldViewPr showGuides="1">
      <p:cViewPr varScale="1">
        <p:scale>
          <a:sx n="98" d="100"/>
          <a:sy n="98" d="100"/>
        </p:scale>
        <p:origin x="-2556" y="-96"/>
      </p:cViewPr>
      <p:guideLst>
        <p:guide orient="horz"/>
        <p:guide/>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commentAuthors" Target="commentAuthor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mar, Abhimanyu (Cognizant)" userId="S::556569@cognizant.com::f63125fa-0623-4292-ade5-75bfefd53034" providerId="AD" clId="Web-{479EFF2C-D9F9-4A7C-A2FF-EB30EBC61E9D}"/>
    <pc:docChg chg="addSld modSld modSection">
      <pc:chgData name="Kumar, Abhimanyu (Cognizant)" userId="S::556569@cognizant.com::f63125fa-0623-4292-ade5-75bfefd53034" providerId="AD" clId="Web-{479EFF2C-D9F9-4A7C-A2FF-EB30EBC61E9D}" dt="2020-12-30T18:06:33.243" v="22" actId="20577"/>
      <pc:docMkLst>
        <pc:docMk/>
      </pc:docMkLst>
      <pc:sldChg chg="modSp">
        <pc:chgData name="Kumar, Abhimanyu (Cognizant)" userId="S::556569@cognizant.com::f63125fa-0623-4292-ade5-75bfefd53034" providerId="AD" clId="Web-{479EFF2C-D9F9-4A7C-A2FF-EB30EBC61E9D}" dt="2020-12-30T18:06:33.243" v="22" actId="20577"/>
        <pc:sldMkLst>
          <pc:docMk/>
          <pc:sldMk cId="1575750797" sldId="353"/>
        </pc:sldMkLst>
        <pc:spChg chg="mod">
          <ac:chgData name="Kumar, Abhimanyu (Cognizant)" userId="S::556569@cognizant.com::f63125fa-0623-4292-ade5-75bfefd53034" providerId="AD" clId="Web-{479EFF2C-D9F9-4A7C-A2FF-EB30EBC61E9D}" dt="2020-12-30T18:06:33.243" v="22" actId="20577"/>
          <ac:spMkLst>
            <pc:docMk/>
            <pc:sldMk cId="1575750797" sldId="353"/>
            <ac:spMk id="2" creationId="{00000000-0000-0000-0000-000000000000}"/>
          </ac:spMkLst>
        </pc:spChg>
      </pc:sldChg>
      <pc:sldChg chg="modSp new">
        <pc:chgData name="Kumar, Abhimanyu (Cognizant)" userId="S::556569@cognizant.com::f63125fa-0623-4292-ade5-75bfefd53034" providerId="AD" clId="Web-{479EFF2C-D9F9-4A7C-A2FF-EB30EBC61E9D}" dt="2020-12-30T18:06:19.070" v="17" actId="20577"/>
        <pc:sldMkLst>
          <pc:docMk/>
          <pc:sldMk cId="1924891928" sldId="382"/>
        </pc:sldMkLst>
        <pc:spChg chg="mod">
          <ac:chgData name="Kumar, Abhimanyu (Cognizant)" userId="S::556569@cognizant.com::f63125fa-0623-4292-ade5-75bfefd53034" providerId="AD" clId="Web-{479EFF2C-D9F9-4A7C-A2FF-EB30EBC61E9D}" dt="2020-12-30T18:06:19.070" v="17" actId="20577"/>
          <ac:spMkLst>
            <pc:docMk/>
            <pc:sldMk cId="1924891928" sldId="382"/>
            <ac:spMk id="2" creationId="{A2023204-19CE-4022-9EF2-9DDFAFC05B71}"/>
          </ac:spMkLst>
        </pc:spChg>
      </pc:sldChg>
    </pc:docChg>
  </pc:docChgLst>
  <pc:docChgLst>
    <pc:chgData name="Bhattacharyya, Mainak (Cognizant)" userId="S::213492@cognizant.com::1c0b91e7-b625-4a1a-8503-7e05bedae16a" providerId="AD" clId="Web-{03C5821B-88FF-4CA1-835C-444638EAE2BD}"/>
    <pc:docChg chg="modSld">
      <pc:chgData name="Bhattacharyya, Mainak (Cognizant)" userId="S::213492@cognizant.com::1c0b91e7-b625-4a1a-8503-7e05bedae16a" providerId="AD" clId="Web-{03C5821B-88FF-4CA1-835C-444638EAE2BD}" dt="2020-12-11T08:43:11.844" v="127" actId="20577"/>
      <pc:docMkLst>
        <pc:docMk/>
      </pc:docMkLst>
      <pc:sldChg chg="modSp">
        <pc:chgData name="Bhattacharyya, Mainak (Cognizant)" userId="S::213492@cognizant.com::1c0b91e7-b625-4a1a-8503-7e05bedae16a" providerId="AD" clId="Web-{03C5821B-88FF-4CA1-835C-444638EAE2BD}" dt="2020-12-11T08:43:11.844" v="127" actId="20577"/>
        <pc:sldMkLst>
          <pc:docMk/>
          <pc:sldMk cId="1575750797" sldId="353"/>
        </pc:sldMkLst>
        <pc:spChg chg="mod">
          <ac:chgData name="Bhattacharyya, Mainak (Cognizant)" userId="S::213492@cognizant.com::1c0b91e7-b625-4a1a-8503-7e05bedae16a" providerId="AD" clId="Web-{03C5821B-88FF-4CA1-835C-444638EAE2BD}" dt="2020-12-11T08:43:11.844" v="127" actId="20577"/>
          <ac:spMkLst>
            <pc:docMk/>
            <pc:sldMk cId="1575750797" sldId="353"/>
            <ac:spMk id="2"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B0435FB-616F-428E-8B59-652E1B735B94}" type="datetimeFigureOut">
              <a:rPr lang="en-US" smtClean="0"/>
              <a:t>12/30/2020</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29F476C-716D-4D92-B0B8-B6A8CF4642D9}" type="slidenum">
              <a:rPr lang="en-US" smtClean="0"/>
              <a:t>‹#›</a:t>
            </a:fld>
            <a:endParaRPr lang="en-US" dirty="0"/>
          </a:p>
        </p:txBody>
      </p:sp>
    </p:spTree>
    <p:extLst>
      <p:ext uri="{BB962C8B-B14F-4D97-AF65-F5344CB8AC3E}">
        <p14:creationId xmlns:p14="http://schemas.microsoft.com/office/powerpoint/2010/main" val="14312022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012" y="1"/>
            <a:ext cx="6862011" cy="228599"/>
          </a:xfrm>
          <a:prstGeom prst="rect">
            <a:avLst/>
          </a:prstGeom>
        </p:spPr>
        <p:txBody>
          <a:bodyPr vert="horz" lIns="91440" tIns="45720" rIns="91440" bIns="45720" rtlCol="0"/>
          <a:lstStyle>
            <a:lvl1pPr algn="l">
              <a:defRPr sz="1200">
                <a:latin typeface="Arial" pitchFamily="34" charset="0"/>
                <a:cs typeface="Arial" pitchFamily="34" charset="0"/>
              </a:defRPr>
            </a:lvl1pPr>
          </a:lstStyle>
          <a:p>
            <a:endParaRPr lang="en-US" dirty="0"/>
          </a:p>
        </p:txBody>
      </p:sp>
      <p:sp>
        <p:nvSpPr>
          <p:cNvPr id="4" name="Slide Image Placeholder 3"/>
          <p:cNvSpPr>
            <a:spLocks noGrp="1" noRot="1" noChangeAspect="1"/>
          </p:cNvSpPr>
          <p:nvPr>
            <p:ph type="sldImg" idx="2"/>
          </p:nvPr>
        </p:nvSpPr>
        <p:spPr>
          <a:xfrm>
            <a:off x="-76200" y="304800"/>
            <a:ext cx="7010400" cy="394335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152400" y="4343400"/>
            <a:ext cx="6553200" cy="43434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hidden="1"/>
          <p:cNvSpPr>
            <a:spLocks noGrp="1"/>
          </p:cNvSpPr>
          <p:nvPr>
            <p:ph type="ftr" sz="quarter" idx="4"/>
          </p:nvPr>
        </p:nvSpPr>
        <p:spPr>
          <a:xfrm>
            <a:off x="76200" y="8799443"/>
            <a:ext cx="3581400" cy="303213"/>
          </a:xfrm>
          <a:prstGeom prst="rect">
            <a:avLst/>
          </a:prstGeom>
        </p:spPr>
        <p:txBody>
          <a:bodyPr vert="horz" lIns="91440" tIns="45720" rIns="91440" bIns="45720" rtlCol="0" anchor="b"/>
          <a:lstStyle>
            <a:lvl1pPr algn="l">
              <a:defRPr sz="800">
                <a:latin typeface="Arial" pitchFamily="34" charset="0"/>
                <a:cs typeface="Arial" pitchFamily="34" charset="0"/>
              </a:defRPr>
            </a:lvl1pPr>
          </a:lstStyle>
          <a:p>
            <a:endParaRPr lang="en-US" dirty="0"/>
          </a:p>
        </p:txBody>
      </p:sp>
      <p:sp>
        <p:nvSpPr>
          <p:cNvPr id="7" name="Slide Number Placeholder 6"/>
          <p:cNvSpPr>
            <a:spLocks noGrp="1"/>
          </p:cNvSpPr>
          <p:nvPr>
            <p:ph type="sldNum" sz="quarter" idx="5"/>
          </p:nvPr>
        </p:nvSpPr>
        <p:spPr>
          <a:xfrm>
            <a:off x="3884613" y="8775380"/>
            <a:ext cx="2971800" cy="303212"/>
          </a:xfrm>
          <a:prstGeom prst="rect">
            <a:avLst/>
          </a:prstGeom>
        </p:spPr>
        <p:txBody>
          <a:bodyPr vert="horz" lIns="91440" tIns="45720" rIns="91440" bIns="45720" rtlCol="0" anchor="b"/>
          <a:lstStyle>
            <a:lvl1pPr algn="r">
              <a:defRPr sz="800">
                <a:latin typeface="Arial" pitchFamily="34" charset="0"/>
                <a:cs typeface="Arial" pitchFamily="34" charset="0"/>
              </a:defRPr>
            </a:lvl1pPr>
          </a:lstStyle>
          <a:p>
            <a:fld id="{BC59C1E8-2E88-4BF4-A80C-B8AE78323CDF}" type="slidenum">
              <a:rPr lang="en-US" smtClean="0"/>
              <a:pPr/>
              <a:t>‹#›</a:t>
            </a:fld>
            <a:endParaRPr lang="en-US" dirty="0"/>
          </a:p>
        </p:txBody>
      </p:sp>
      <p:sp>
        <p:nvSpPr>
          <p:cNvPr id="8" name="txt_CopyrightFooter"/>
          <p:cNvSpPr/>
          <p:nvPr/>
        </p:nvSpPr>
        <p:spPr>
          <a:xfrm>
            <a:off x="76200" y="8763000"/>
            <a:ext cx="3581400" cy="338554"/>
          </a:xfrm>
          <a:prstGeom prst="rect">
            <a:avLst/>
          </a:prstGeom>
        </p:spPr>
        <p:txBody>
          <a:bodyPr vert="horz" lIns="91440" tIns="45720" rIns="91440" bIns="45720" rtlCol="0" anchor="b"/>
          <a:lstStyle/>
          <a:p>
            <a:pPr lvl="0"/>
            <a:r>
              <a:rPr lang="en-US" sz="800" dirty="0">
                <a:latin typeface="Arial" pitchFamily="34" charset="0"/>
                <a:cs typeface="Arial" pitchFamily="34" charset="0"/>
              </a:rPr>
              <a:t>© Guidewire Software, Inc. 2001-2014. All rights reserved.</a:t>
            </a:r>
            <a:br>
              <a:rPr lang="en-US" sz="800" dirty="0">
                <a:latin typeface="Arial" pitchFamily="34" charset="0"/>
                <a:cs typeface="Arial" pitchFamily="34" charset="0"/>
              </a:rPr>
            </a:br>
            <a:r>
              <a:rPr lang="en-US" sz="800" dirty="0">
                <a:latin typeface="Arial" pitchFamily="34" charset="0"/>
                <a:cs typeface="Arial" pitchFamily="34" charset="0"/>
              </a:rPr>
              <a:t>Do not distribute without permission.</a:t>
            </a:r>
          </a:p>
        </p:txBody>
      </p:sp>
    </p:spTree>
    <p:extLst>
      <p:ext uri="{BB962C8B-B14F-4D97-AF65-F5344CB8AC3E}">
        <p14:creationId xmlns:p14="http://schemas.microsoft.com/office/powerpoint/2010/main" val="2150224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Arial" pitchFamily="34" charset="0"/>
      </a:defRPr>
    </a:lvl1pPr>
    <a:lvl2pPr marL="228600" indent="0" algn="l" defTabSz="914400" rtl="0" eaLnBrk="1" latinLnBrk="0" hangingPunct="1">
      <a:defRPr sz="1000" kern="1200">
        <a:solidFill>
          <a:schemeClr val="tx1"/>
        </a:solidFill>
        <a:latin typeface="Arial" pitchFamily="34" charset="0"/>
        <a:ea typeface="+mn-ea"/>
        <a:cs typeface="Arial" pitchFamily="34" charset="0"/>
      </a:defRPr>
    </a:lvl2pPr>
    <a:lvl3pPr marL="457200" indent="0" algn="l" defTabSz="914400" rtl="0" eaLnBrk="1" latinLnBrk="0" hangingPunct="1">
      <a:defRPr sz="1000" kern="1200">
        <a:solidFill>
          <a:schemeClr val="tx1"/>
        </a:solidFill>
        <a:latin typeface="Arial" pitchFamily="34" charset="0"/>
        <a:ea typeface="+mn-ea"/>
        <a:cs typeface="Arial" pitchFamily="34" charset="0"/>
      </a:defRPr>
    </a:lvl3pPr>
    <a:lvl4pPr marL="685800" indent="0" algn="l" defTabSz="914400" rtl="0" eaLnBrk="1" latinLnBrk="0" hangingPunct="1">
      <a:defRPr sz="1000" kern="1200">
        <a:solidFill>
          <a:schemeClr val="tx1"/>
        </a:solidFill>
        <a:latin typeface="Arial" pitchFamily="34" charset="0"/>
        <a:ea typeface="+mn-ea"/>
        <a:cs typeface="Arial" pitchFamily="34" charset="0"/>
      </a:defRPr>
    </a:lvl4pPr>
    <a:lvl5pPr marL="914400" indent="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a:t>
            </a:fld>
            <a:endParaRPr lang="en-US" dirty="0"/>
          </a:p>
        </p:txBody>
      </p:sp>
    </p:spTree>
    <p:extLst>
      <p:ext uri="{BB962C8B-B14F-4D97-AF65-F5344CB8AC3E}">
        <p14:creationId xmlns:p14="http://schemas.microsoft.com/office/powerpoint/2010/main" val="1011680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a:t>
            </a:fld>
            <a:endParaRPr lang="en-US" dirty="0"/>
          </a:p>
        </p:txBody>
      </p:sp>
    </p:spTree>
    <p:extLst>
      <p:ext uri="{BB962C8B-B14F-4D97-AF65-F5344CB8AC3E}">
        <p14:creationId xmlns:p14="http://schemas.microsoft.com/office/powerpoint/2010/main" val="3077883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You can identify that an entity is EventAware by reviewing the entity</a:t>
            </a:r>
            <a:r>
              <a:rPr lang="en-US" baseline="0" dirty="0"/>
              <a:t> in the Entity Editor in Guidewire Studio. You can also review t</a:t>
            </a:r>
            <a:r>
              <a:rPr lang="en-US" dirty="0"/>
              <a:t>he Data Dictionary to see the entity</a:t>
            </a:r>
            <a:r>
              <a:rPr lang="en-US" baseline="0" dirty="0"/>
              <a:t> </a:t>
            </a:r>
            <a:r>
              <a:rPr lang="en-US" dirty="0"/>
              <a:t>implements the EventAware delegate. </a:t>
            </a:r>
          </a:p>
          <a:p>
            <a:pPr eaLnBrk="1" hangingPunct="1"/>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a:t>
            </a:fld>
            <a:endParaRPr lang="en-US" dirty="0"/>
          </a:p>
        </p:txBody>
      </p:sp>
    </p:spTree>
    <p:extLst>
      <p:ext uri="{BB962C8B-B14F-4D97-AF65-F5344CB8AC3E}">
        <p14:creationId xmlns:p14="http://schemas.microsoft.com/office/powerpoint/2010/main" val="31351075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Event Fired</a:t>
            </a:r>
            <a:r>
              <a:rPr lang="en-US" baseline="0" dirty="0"/>
              <a:t> rules depend on the m</a:t>
            </a:r>
            <a:r>
              <a:rPr lang="en-US" dirty="0"/>
              <a:t>essage</a:t>
            </a:r>
            <a:r>
              <a:rPr lang="en-US" baseline="0" dirty="0"/>
              <a:t> c</a:t>
            </a:r>
            <a:r>
              <a:rPr lang="en-US" dirty="0"/>
              <a:t>ontext object. You</a:t>
            </a:r>
            <a:r>
              <a:rPr lang="en-US" baseline="0" dirty="0"/>
              <a:t> </a:t>
            </a:r>
            <a:r>
              <a:rPr lang="en-US" dirty="0"/>
              <a:t>can access this</a:t>
            </a:r>
            <a:r>
              <a:rPr lang="en-US" baseline="0" dirty="0"/>
              <a:t> object </a:t>
            </a:r>
            <a:r>
              <a:rPr lang="en-US" dirty="0"/>
              <a:t>using the messageContext variable. The messageContext</a:t>
            </a:r>
            <a:r>
              <a:rPr lang="en-US" baseline="0" dirty="0"/>
              <a:t> </a:t>
            </a:r>
            <a:r>
              <a:rPr lang="en-US" dirty="0"/>
              <a:t>object contains information such as the event name, messaging destination ID,</a:t>
            </a:r>
            <a:r>
              <a:rPr lang="en-US" baseline="0" dirty="0"/>
              <a:t> and the Root object.</a:t>
            </a:r>
            <a:r>
              <a:rPr lang="en-US" dirty="0"/>
              <a:t> Event Fired rules often generate</a:t>
            </a:r>
            <a:r>
              <a:rPr lang="en-US" baseline="0" dirty="0"/>
              <a:t> </a:t>
            </a:r>
            <a:r>
              <a:rPr lang="en-US" dirty="0"/>
              <a:t>one or more messages, although the logic can omit creating messages as appropriate. </a:t>
            </a:r>
            <a:r>
              <a:rPr lang="en-US" sz="1200" b="0" i="0" kern="1200" baseline="0" dirty="0">
                <a:solidFill>
                  <a:schemeClr val="tx1"/>
                </a:solidFill>
                <a:effectLst/>
                <a:latin typeface="Arial" pitchFamily="34" charset="0"/>
                <a:ea typeface="+mn-ea"/>
                <a:cs typeface="Arial" pitchFamily="34" charset="0"/>
              </a:rPr>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i="0" kern="1200" baseline="0" dirty="0">
              <a:solidFill>
                <a:schemeClr val="tx1"/>
              </a:solidFill>
              <a:effectLst/>
              <a:latin typeface="Arial" pitchFamily="34" charset="0"/>
              <a:ea typeface="+mn-ea"/>
              <a:cs typeface="Arial" pitchFamily="34" charset="0"/>
            </a:endParaRP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5</a:t>
            </a:fld>
            <a:endParaRPr lang="en-US" dirty="0"/>
          </a:p>
        </p:txBody>
      </p:sp>
    </p:spTree>
    <p:extLst>
      <p:ext uri="{BB962C8B-B14F-4D97-AF65-F5344CB8AC3E}">
        <p14:creationId xmlns:p14="http://schemas.microsoft.com/office/powerpoint/2010/main" val="31803489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Avoid unnecessarily large or complex messages if possible. </a:t>
            </a:r>
            <a:r>
              <a:rPr lang="en-US" sz="1200" b="0" i="0" kern="1200" dirty="0">
                <a:solidFill>
                  <a:schemeClr val="tx1"/>
                </a:solidFill>
                <a:effectLst/>
                <a:latin typeface="Arial" pitchFamily="34" charset="0"/>
                <a:ea typeface="+mn-ea"/>
                <a:cs typeface="Arial" pitchFamily="34" charset="0"/>
              </a:rPr>
              <a:t>A message is information to send to an external system in response to an event. </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6</a:t>
            </a:fld>
            <a:endParaRPr lang="en-US" dirty="0"/>
          </a:p>
        </p:txBody>
      </p:sp>
    </p:spTree>
    <p:extLst>
      <p:ext uri="{BB962C8B-B14F-4D97-AF65-F5344CB8AC3E}">
        <p14:creationId xmlns:p14="http://schemas.microsoft.com/office/powerpoint/2010/main" val="12178760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Avoid unnecessarily large or complex messages if possible. </a:t>
            </a:r>
            <a:r>
              <a:rPr lang="en-US" sz="1200" b="0" i="0" kern="1200" dirty="0">
                <a:solidFill>
                  <a:schemeClr val="tx1"/>
                </a:solidFill>
                <a:effectLst/>
                <a:latin typeface="Arial" pitchFamily="34" charset="0"/>
                <a:ea typeface="+mn-ea"/>
                <a:cs typeface="Arial" pitchFamily="34" charset="0"/>
              </a:rPr>
              <a:t>A message is information to send to an external system in response to an event. </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7</a:t>
            </a:fld>
            <a:endParaRPr lang="en-US" dirty="0"/>
          </a:p>
        </p:txBody>
      </p:sp>
    </p:spTree>
    <p:extLst>
      <p:ext uri="{BB962C8B-B14F-4D97-AF65-F5344CB8AC3E}">
        <p14:creationId xmlns:p14="http://schemas.microsoft.com/office/powerpoint/2010/main" val="38378617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 events provide additional flexibility in the messaging architecture. Sometimes,</a:t>
            </a:r>
            <a:r>
              <a:rPr lang="en-US" baseline="0" dirty="0"/>
              <a:t> </a:t>
            </a:r>
            <a:r>
              <a:rPr lang="en-US" dirty="0"/>
              <a:t>you may want to trigger a message event in a context where an EventAware object hasn't necessarily been created or changed.</a:t>
            </a:r>
            <a:r>
              <a:rPr lang="en-US" baseline="0" dirty="0"/>
              <a:t> </a:t>
            </a:r>
            <a:r>
              <a:rPr lang="en-US" dirty="0"/>
              <a:t>For example, you may want to provide the user with the ability to trigger messaging by clicking a button on the user interface.</a:t>
            </a:r>
            <a:r>
              <a:rPr lang="en-US" baseline="0" dirty="0"/>
              <a:t> In some cases, y</a:t>
            </a:r>
            <a:r>
              <a:rPr lang="en-US" dirty="0"/>
              <a:t>ou want to group messaging logic at a more granular level than EntityChanged. </a:t>
            </a:r>
          </a:p>
          <a:p>
            <a:endParaRPr lang="en-US" dirty="0"/>
          </a:p>
          <a:p>
            <a:r>
              <a:rPr lang="en-US" dirty="0"/>
              <a:t>There may be significantly different messaging requirements for a Request entity that is approved as opposed to one that is denied. I</a:t>
            </a:r>
            <a:r>
              <a:rPr lang="en-US" baseline="0" dirty="0"/>
              <a:t>n other cases, y</a:t>
            </a:r>
            <a:r>
              <a:rPr lang="en-US" dirty="0"/>
              <a:t>ou may want to send another message event during the processing of a message acknowledgement. Message events cannot be triggered for non-EventAware entities.</a:t>
            </a:r>
          </a:p>
          <a:p>
            <a:endParaRPr lang="en-US"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8</a:t>
            </a:fld>
            <a:endParaRPr lang="en-US" dirty="0"/>
          </a:p>
        </p:txBody>
      </p:sp>
    </p:spTree>
    <p:extLst>
      <p:ext uri="{BB962C8B-B14F-4D97-AF65-F5344CB8AC3E}">
        <p14:creationId xmlns:p14="http://schemas.microsoft.com/office/powerpoint/2010/main" val="6376450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9</a:t>
            </a:fld>
            <a:endParaRPr lang="en-US" dirty="0"/>
          </a:p>
        </p:txBody>
      </p:sp>
    </p:spTree>
    <p:extLst>
      <p:ext uri="{BB962C8B-B14F-4D97-AF65-F5344CB8AC3E}">
        <p14:creationId xmlns:p14="http://schemas.microsoft.com/office/powerpoint/2010/main" val="3626244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Each Guidewire message is sent to a single destination only. If there is a situation where multiple external systems need to receive the same information in response to a single event, then the Event Fired rules should create multiple messages, one for each destination of interest. (The term "multicasting" means that the same message is sent simultaneously to multiple receivers. Guidewire message does not make use of multicasting.)</a:t>
            </a:r>
          </a:p>
          <a:p>
            <a:endParaRPr lang="en-US" baseline="0" dirty="0"/>
          </a:p>
          <a:p>
            <a:r>
              <a:rPr lang="en-US" baseline="0" dirty="0"/>
              <a:t>Every message should receive a response. The response indicates to Guidewire that the message has been successfully processed. In some cases, the response comes immediately upon sending the message and simply indicates the message was successfully consumed. In other cases, the response comes sometime after the message is sent. The response can also contain data from the external system (such as a verification code or a report).</a:t>
            </a:r>
          </a:p>
          <a:p>
            <a:endParaRPr lang="en-US" baseline="0" dirty="0"/>
          </a:p>
          <a:p>
            <a:r>
              <a:rPr lang="en-US" baseline="0" dirty="0"/>
              <a:t>The mechanism for the external system response depends on if the message is synchronous or asynchronous. For synchronous replies, often the message transport plugin is the reply mechanism. For asynchronous replies, often a Guidewire Application published web service or a message reply plugin is the reply mechanism. </a:t>
            </a:r>
          </a:p>
        </p:txBody>
      </p:sp>
      <p:sp>
        <p:nvSpPr>
          <p:cNvPr id="4" name="Slide Number Placeholder 3"/>
          <p:cNvSpPr>
            <a:spLocks noGrp="1"/>
          </p:cNvSpPr>
          <p:nvPr>
            <p:ph type="sldNum" sz="quarter" idx="10"/>
          </p:nvPr>
        </p:nvSpPr>
        <p:spPr/>
        <p:txBody>
          <a:bodyPr/>
          <a:lstStyle/>
          <a:p>
            <a:fld id="{BC59C1E8-2E88-4BF4-A80C-B8AE78323CDF}" type="slidenum">
              <a:rPr lang="en-US" smtClean="0"/>
              <a:pPr/>
              <a:t>10</a:t>
            </a:fld>
            <a:endParaRPr lang="en-US" dirty="0"/>
          </a:p>
        </p:txBody>
      </p:sp>
    </p:spTree>
    <p:extLst>
      <p:ext uri="{BB962C8B-B14F-4D97-AF65-F5344CB8AC3E}">
        <p14:creationId xmlns:p14="http://schemas.microsoft.com/office/powerpoint/2010/main" val="29384811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example above, BankAccount 2637 is an instance of BankAccount, an event-aware entity. There are also three destinations. Destinations 13 and 14 listen for the BankAccountChanged event. Destination 15 does not. When BankAccount 2637 changes, a MessageContext object is created for destination 13 and destination 14. But because destination 15 does not listen for BankAccountChanged events, no MessageContext is created for BankAccount 2637.</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11</a:t>
            </a:fld>
            <a:endParaRPr lang="en-US" dirty="0"/>
          </a:p>
        </p:txBody>
      </p:sp>
    </p:spTree>
    <p:extLst>
      <p:ext uri="{BB962C8B-B14F-4D97-AF65-F5344CB8AC3E}">
        <p14:creationId xmlns:p14="http://schemas.microsoft.com/office/powerpoint/2010/main" val="19185516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message ID must be an integer from 0 to 63, inclusive. Values greater than 63 are reserved by Guidewire. The message destination can specify up to three messaging plugins: message transport plugin, message request plugin,</a:t>
            </a:r>
            <a:r>
              <a:rPr lang="en-US" baseline="0" dirty="0"/>
              <a:t> and </a:t>
            </a:r>
            <a:r>
              <a:rPr lang="en-US" dirty="0"/>
              <a:t>message reply plugin.</a:t>
            </a:r>
          </a:p>
          <a:p>
            <a:endParaRPr lang="en-US" dirty="0"/>
          </a:p>
          <a:p>
            <a:r>
              <a:rPr lang="en-US" dirty="0"/>
              <a:t>The message transport plugin is responsible for sending your message to the external system. The nature of this plugin will vary depending on the external system and/or the technology used to communicate to the external system (such as a JMS queue, a web service request to an external system, or an FTP call). Every destination must provide a message transport plugin implementation, but multiple destinations can use the same implementation.</a:t>
            </a:r>
          </a:p>
          <a:p>
            <a:endParaRPr lang="en-US" dirty="0"/>
          </a:p>
          <a:p>
            <a:r>
              <a:rPr lang="en-US" dirty="0"/>
              <a:t>The message request plugin transforms a message's payload immediately before sending it. For example, two messages might be sent from a single event, but data received in a reply to the first message (such as an external identification code) might need to be included in the second. Because this identifier is not known at the time the message payloads are initially created, the request plugin is needed to transform the payload of the second message. If a given destination requires no payload transformation, then this plugin is not implemented.</a:t>
            </a:r>
          </a:p>
          <a:p>
            <a:endParaRPr lang="en-US" dirty="0"/>
          </a:p>
          <a:p>
            <a:r>
              <a:rPr lang="en-US" dirty="0"/>
              <a:t>The message reply plugin initializes a listener queue and associates it with the destination. This plugin is used for destinations that receive asynchronous replies via a listener queue. If a given destination does not reply asynchronously (or it does reply asynchronously, but the replies are received through some other mechanism, such as a web service), then this plugin is not implemented.</a:t>
            </a:r>
          </a:p>
        </p:txBody>
      </p:sp>
      <p:sp>
        <p:nvSpPr>
          <p:cNvPr id="4" name="Slide Number Placeholder 3"/>
          <p:cNvSpPr>
            <a:spLocks noGrp="1"/>
          </p:cNvSpPr>
          <p:nvPr>
            <p:ph type="sldNum" sz="quarter" idx="10"/>
          </p:nvPr>
        </p:nvSpPr>
        <p:spPr/>
        <p:txBody>
          <a:bodyPr/>
          <a:lstStyle/>
          <a:p>
            <a:fld id="{BC59C1E8-2E88-4BF4-A80C-B8AE78323CDF}" type="slidenum">
              <a:rPr lang="en-US" smtClean="0"/>
              <a:pPr/>
              <a:t>12</a:t>
            </a:fld>
            <a:endParaRPr lang="en-US" dirty="0"/>
          </a:p>
        </p:txBody>
      </p:sp>
    </p:spTree>
    <p:extLst>
      <p:ext uri="{BB962C8B-B14F-4D97-AF65-F5344CB8AC3E}">
        <p14:creationId xmlns:p14="http://schemas.microsoft.com/office/powerpoint/2010/main" val="15689690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sz="1000" dirty="0"/>
              <a:t>For messaging plugins, you can implement any number of MessageRequest, MessageTransport, and MessageReply plugins, though each destination can use at most one of each type.  Every destination can use only one message reply plugin. However, a given message reply plugin class can be used by multiple destinations.</a:t>
            </a:r>
          </a:p>
          <a:p>
            <a:pPr eaLnBrk="1" hangingPunct="1"/>
            <a:endParaRPr lang="en-US" sz="1000" dirty="0"/>
          </a:p>
          <a:p>
            <a:pPr eaLnBrk="1" hangingPunct="1"/>
            <a:r>
              <a:rPr lang="en-US" sz="1000" dirty="0"/>
              <a:t>The strings in the Events list are regex patterns. For example, if the Events list included the string "BankAccount", then the destination would listen for "BankAccountAdded", "BankAccountChanged", and "BankAccountRemoved". In practice, though, it is best to explicitly list all the events a destination listens to.</a:t>
            </a:r>
          </a:p>
          <a:p>
            <a:pPr eaLnBrk="1" hangingPunct="1"/>
            <a:r>
              <a:rPr lang="en-US" sz="1000" dirty="0"/>
              <a:t>Developers must be careful to spell the regex patterns in the Events list correctly, as the destination will not work as expected if they are spelled incorrectly. For example, a destination that listens for "BankAccountChanged" will not respond to a BankAccountChang</a:t>
            </a:r>
            <a:r>
              <a:rPr lang="en-US" sz="1000" i="0" dirty="0"/>
              <a:t>ed</a:t>
            </a:r>
            <a:r>
              <a:rPr lang="en-US" sz="1000" dirty="0"/>
              <a:t> message event.</a:t>
            </a:r>
          </a:p>
          <a:p>
            <a:pPr eaLnBrk="1" hangingPunct="1"/>
            <a:endParaRPr lang="en-US" sz="1000" dirty="0"/>
          </a:p>
          <a:p>
            <a:pPr eaLnBrk="1" hangingPunct="1"/>
            <a:r>
              <a:rPr lang="en-US" sz="1000" dirty="0"/>
              <a:t>You can have multiple sender threads for a single destination, which allows multithreaded access to the plugins and potentially better performance when sending messages. Multiple sender threads are meant primarily to accommodate destinations that use synchronous web service calls and other synchronous remote calls, which are stateless. If you choose to assign multiple sender threads, be careful that your plugins are actually thread safe (for example, sharing a JMS Session across threads would NOT be thread safe) and that the resulting higher load on the reply plugin (if used) is acceptable. Do NOT set the sender threads value above 1 for destinations using transport or request plugins that are not thread safe. Such thread safety is often dependent on the external system itself being able to handle multithreaded communications properly.</a:t>
            </a:r>
          </a:p>
          <a:p>
            <a:pPr eaLnBrk="1" hangingPunct="1"/>
            <a:endParaRPr lang="en-US" sz="1000" dirty="0"/>
          </a:p>
          <a:p>
            <a:pPr eaLnBrk="1" hangingPunct="1"/>
            <a:r>
              <a:rPr lang="en-US" sz="1000" dirty="0"/>
              <a:t>The Enabled checkbox controls whether the Event Fired rules are run for a destination.</a:t>
            </a:r>
          </a:p>
          <a:p>
            <a:pPr eaLnBrk="1" hangingPunct="1"/>
            <a:endParaRPr lang="en-US" sz="1000" dirty="0"/>
          </a:p>
          <a:p>
            <a:endParaRPr lang="en-US" sz="1000"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13</a:t>
            </a:fld>
            <a:endParaRPr lang="en-US" dirty="0"/>
          </a:p>
        </p:txBody>
      </p:sp>
    </p:spTree>
    <p:extLst>
      <p:ext uri="{BB962C8B-B14F-4D97-AF65-F5344CB8AC3E}">
        <p14:creationId xmlns:p14="http://schemas.microsoft.com/office/powerpoint/2010/main" val="40708972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15</a:t>
            </a:fld>
            <a:endParaRPr lang="en-US" dirty="0"/>
          </a:p>
        </p:txBody>
      </p:sp>
    </p:spTree>
    <p:extLst>
      <p:ext uri="{BB962C8B-B14F-4D97-AF65-F5344CB8AC3E}">
        <p14:creationId xmlns:p14="http://schemas.microsoft.com/office/powerpoint/2010/main" val="14383323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rules are covered in the Business Rules lesson in Configuration Fundamentals. Your instructor may discuss this and the next slide in detail or skip over them depending on whether that lesson was covered in your delivery of the Configuration Fundamentals course.</a:t>
            </a:r>
          </a:p>
          <a:p>
            <a:endParaRPr lang="en-US" dirty="0"/>
          </a:p>
          <a:p>
            <a:r>
              <a:rPr lang="en-US" dirty="0"/>
              <a:t>Setting a rule condition to true</a:t>
            </a:r>
            <a:r>
              <a:rPr lang="en-US" baseline="0" dirty="0"/>
              <a:t> </a:t>
            </a:r>
            <a:r>
              <a:rPr lang="en-US" dirty="0"/>
              <a:t>means that the action will always be performed whenever the rule is evaluated.</a:t>
            </a:r>
          </a:p>
          <a:p>
            <a:endParaRPr lang="en-US" dirty="0"/>
          </a:p>
          <a:p>
            <a:r>
              <a:rPr lang="en-US" dirty="0"/>
              <a:t>Notice that there is no condition test. It is implied. The only valid condition is a Boolean expression.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16</a:t>
            </a:fld>
            <a:endParaRPr lang="en-US" dirty="0"/>
          </a:p>
        </p:txBody>
      </p:sp>
    </p:spTree>
    <p:extLst>
      <p:ext uri="{BB962C8B-B14F-4D97-AF65-F5344CB8AC3E}">
        <p14:creationId xmlns:p14="http://schemas.microsoft.com/office/powerpoint/2010/main" val="27155433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rule has child rules and the parent rule condition is false, neither the parent action nor the child rules are executed.</a:t>
            </a:r>
          </a:p>
          <a:p>
            <a:endParaRPr lang="en-US" dirty="0"/>
          </a:p>
          <a:p>
            <a:r>
              <a:rPr lang="en-US" dirty="0"/>
              <a:t>All top-level rules in a rule set are executed unless an explicit "exit" is encountered.</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17</a:t>
            </a:fld>
            <a:endParaRPr lang="en-US" dirty="0"/>
          </a:p>
        </p:txBody>
      </p:sp>
    </p:spTree>
    <p:extLst>
      <p:ext uri="{BB962C8B-B14F-4D97-AF65-F5344CB8AC3E}">
        <p14:creationId xmlns:p14="http://schemas.microsoft.com/office/powerpoint/2010/main" val="525959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sz="1000" dirty="0"/>
              <a:t>You can think of a rule set as a logical grouping of rules that are specific to a business function. You typically organize these rules sets into a hierarchy that fits your business model.  Guidewire strongly recommends that you implement a rule-naming scheme that is hierarchal in nature.  A hierarchal naming convention will reflect the hierarchal structure when you create rules and organize rules into a hierarchy.  However, the naming scheme for rules corresponds to the file structure on disk. So, if it has too many levels customers can run into problems with file names being too long on Windows.</a:t>
            </a:r>
          </a:p>
          <a:p>
            <a:endParaRPr lang="en-US" sz="1000" dirty="0"/>
          </a:p>
          <a:p>
            <a:r>
              <a:rPr lang="en-US" sz="1000" dirty="0"/>
              <a:t>A rule set combines many individual rules into a useful set to consider as a group. A rule set is a collection of rules that share the same root entity and share common triggers.  In the example above, the rule set is Event </a:t>
            </a:r>
            <a:r>
              <a:rPr lang="en-US" sz="1000" dirty="0" err="1"/>
              <a:t>Fired.grs</a:t>
            </a:r>
            <a:r>
              <a:rPr lang="en-US" sz="1000" dirty="0"/>
              <a:t>. Selecting the rule set in the editor displays the rule set description and details the root entity.  In this example, the root entity is </a:t>
            </a:r>
            <a:r>
              <a:rPr lang="en-US" sz="1000" dirty="0" err="1"/>
              <a:t>entity.MessageContext</a:t>
            </a:r>
            <a:r>
              <a:rPr lang="en-US" sz="1000" dirty="0"/>
              <a:t>.</a:t>
            </a:r>
          </a:p>
          <a:p>
            <a:endParaRPr lang="en-US" sz="1000" dirty="0"/>
          </a:p>
          <a:p>
            <a:r>
              <a:rPr lang="en-US" sz="1000" dirty="0"/>
              <a:t>In a rule set, a Guidewire application evaluates the individual rules recursively in the hierarchy, unless an exit action is encountered. The process starts with the first direct child of the root and then evaluates all children and siblings. All rules in a rule set are processed unless an explicit "exit" is encountered. </a:t>
            </a:r>
          </a:p>
          <a:p>
            <a:endParaRPr lang="en-US" sz="1000" dirty="0"/>
          </a:p>
          <a:p>
            <a:r>
              <a:rPr lang="en-US" sz="1000" dirty="0"/>
              <a:t>Individual rule files have the file extension .gr.  For each rule, there is a condition and action.   The Rule Editor provides overlays to segment the condition and action. When a rule condition evaluates to true, the Guidewire application executes the rule action. </a:t>
            </a:r>
          </a:p>
          <a:p>
            <a:endParaRPr lang="en-US" sz="1000" dirty="0"/>
          </a:p>
          <a:p>
            <a:r>
              <a:rPr lang="en-US" sz="1000" dirty="0"/>
              <a:t>An inactive rule is not executed. You can activate and deactivate rules to get the rules engine to selective process and ignore rules. To deactivate a rule, disable the check box that appears to the left of the rule name. Inactive rules appear in gray. To reactivate the rule, enable the check box.  To delete or rename a rule, right-click the rule and select the appropriate command from the context menu.</a:t>
            </a:r>
          </a:p>
          <a:p>
            <a:endParaRPr lang="en-US" sz="1000" dirty="0"/>
          </a:p>
          <a:p>
            <a:r>
              <a:rPr lang="en-US" sz="1000" dirty="0"/>
              <a:t> </a:t>
            </a:r>
          </a:p>
        </p:txBody>
      </p:sp>
      <p:sp>
        <p:nvSpPr>
          <p:cNvPr id="4" name="Slide Number Placeholder 3"/>
          <p:cNvSpPr>
            <a:spLocks noGrp="1"/>
          </p:cNvSpPr>
          <p:nvPr>
            <p:ph type="sldNum" sz="quarter" idx="10"/>
          </p:nvPr>
        </p:nvSpPr>
        <p:spPr/>
        <p:txBody>
          <a:bodyPr/>
          <a:lstStyle/>
          <a:p>
            <a:fld id="{BC59C1E8-2E88-4BF4-A80C-B8AE78323CDF}" type="slidenum">
              <a:rPr lang="en-US" smtClean="0"/>
              <a:pPr/>
              <a:t>18</a:t>
            </a:fld>
            <a:endParaRPr lang="en-US" dirty="0"/>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28870832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top-level Event Fired rule conditions are checked for every entity-event/destination combination. For example, if seven destinations listen to a given event, and you have 20 Event Fired rules, then every time the event is fired, 140 checks need to be made. Thus, it is critical to keep your Event Fired rules organized to avoid duplicate checks.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19</a:t>
            </a:fld>
            <a:endParaRPr lang="en-US" dirty="0"/>
          </a:p>
        </p:txBody>
      </p:sp>
    </p:spTree>
    <p:extLst>
      <p:ext uri="{BB962C8B-B14F-4D97-AF65-F5344CB8AC3E}">
        <p14:creationId xmlns:p14="http://schemas.microsoft.com/office/powerpoint/2010/main" val="35246291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Every MessageContext is processed by the entire Event Fired rule set.  However, each is typically of interest to a small subset of rules. Therefore, you should create a hierarchy to filter MessageContexts whenever possible.</a:t>
            </a:r>
          </a:p>
        </p:txBody>
      </p:sp>
      <p:sp>
        <p:nvSpPr>
          <p:cNvPr id="4" name="Slide Number Placeholder 3"/>
          <p:cNvSpPr>
            <a:spLocks noGrp="1"/>
          </p:cNvSpPr>
          <p:nvPr>
            <p:ph type="sldNum" sz="quarter" idx="10"/>
          </p:nvPr>
        </p:nvSpPr>
        <p:spPr/>
        <p:txBody>
          <a:bodyPr/>
          <a:lstStyle/>
          <a:p>
            <a:fld id="{BC59C1E8-2E88-4BF4-A80C-B8AE78323CDF}" type="slidenum">
              <a:rPr lang="en-US" smtClean="0"/>
              <a:pPr/>
              <a:t>22</a:t>
            </a:fld>
            <a:endParaRPr lang="en-US" dirty="0"/>
          </a:p>
        </p:txBody>
      </p:sp>
    </p:spTree>
    <p:extLst>
      <p:ext uri="{BB962C8B-B14F-4D97-AF65-F5344CB8AC3E}">
        <p14:creationId xmlns:p14="http://schemas.microsoft.com/office/powerpoint/2010/main" val="6365540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example above, the message payload is simply "Payload for account xxx" where "xxx" is the account number. This does not match the payload that was shown in the messaging example earlier in this lesson. The following lesson discusses how to generate payloads. Prior to that discussion, the simpler "Payload for account xxx" payload will be used in the examples.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23</a:t>
            </a:fld>
            <a:endParaRPr lang="en-US" dirty="0"/>
          </a:p>
        </p:txBody>
      </p:sp>
    </p:spTree>
    <p:extLst>
      <p:ext uri="{BB962C8B-B14F-4D97-AF65-F5344CB8AC3E}">
        <p14:creationId xmlns:p14="http://schemas.microsoft.com/office/powerpoint/2010/main" val="23031464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must restart the server when you create or modify</a:t>
            </a:r>
            <a:r>
              <a:rPr lang="en-US" baseline="0" dirty="0"/>
              <a:t> d</a:t>
            </a:r>
            <a:r>
              <a:rPr lang="en-US" dirty="0"/>
              <a:t>estinations.</a:t>
            </a:r>
          </a:p>
          <a:p>
            <a:endParaRPr lang="en-US" dirty="0"/>
          </a:p>
          <a:p>
            <a:r>
              <a:rPr lang="en-US" dirty="0"/>
              <a:t>For</a:t>
            </a:r>
            <a:r>
              <a:rPr lang="en-US" baseline="0" dirty="0"/>
              <a:t> t</a:t>
            </a:r>
            <a:r>
              <a:rPr lang="en-US" dirty="0"/>
              <a:t>ransport plugins</a:t>
            </a:r>
            <a:r>
              <a:rPr lang="en-US" baseline="0" dirty="0"/>
              <a:t> and/or c</a:t>
            </a:r>
            <a:r>
              <a:rPr lang="en-US" dirty="0"/>
              <a:t>ustom web service classes, you must reload</a:t>
            </a:r>
            <a:r>
              <a:rPr lang="en-US" baseline="0" dirty="0"/>
              <a:t> changed classes</a:t>
            </a:r>
            <a:r>
              <a:rPr lang="en-US" dirty="0"/>
              <a:t>. If your classes reference newly created display keys,</a:t>
            </a:r>
            <a:r>
              <a:rPr lang="en-US" baseline="0" dirty="0"/>
              <a:t> you must reload PCFs (ALT+SHIFT+L).</a:t>
            </a:r>
          </a:p>
          <a:p>
            <a:endParaRPr lang="en-US" dirty="0"/>
          </a:p>
          <a:p>
            <a:r>
              <a:rPr lang="en-US" dirty="0"/>
              <a:t>For newly created and modified</a:t>
            </a:r>
            <a:r>
              <a:rPr lang="en-US" baseline="0" dirty="0"/>
              <a:t> </a:t>
            </a:r>
            <a:r>
              <a:rPr lang="en-US" dirty="0"/>
              <a:t>event fired rules, you must </a:t>
            </a:r>
            <a:r>
              <a:rPr lang="en-US" baseline="0" dirty="0"/>
              <a:t>reload changed classes.  If you create a rule hierarchy (parent rule and then children rules), you must restart the server.</a:t>
            </a:r>
            <a:endParaRPr lang="en-US"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24</a:t>
            </a:fld>
            <a:endParaRPr lang="en-US" dirty="0"/>
          </a:p>
        </p:txBody>
      </p:sp>
    </p:spTree>
    <p:extLst>
      <p:ext uri="{BB962C8B-B14F-4D97-AF65-F5344CB8AC3E}">
        <p14:creationId xmlns:p14="http://schemas.microsoft.com/office/powerpoint/2010/main" val="15219811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25</a:t>
            </a:fld>
            <a:endParaRPr lang="en-US" dirty="0"/>
          </a:p>
        </p:txBody>
      </p:sp>
    </p:spTree>
    <p:extLst>
      <p:ext uri="{BB962C8B-B14F-4D97-AF65-F5344CB8AC3E}">
        <p14:creationId xmlns:p14="http://schemas.microsoft.com/office/powerpoint/2010/main" val="23343123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3811562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9265999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29</a:t>
            </a:fld>
            <a:endParaRPr lang="en-US" dirty="0"/>
          </a:p>
        </p:txBody>
      </p:sp>
    </p:spTree>
    <p:extLst>
      <p:ext uri="{BB962C8B-B14F-4D97-AF65-F5344CB8AC3E}">
        <p14:creationId xmlns:p14="http://schemas.microsoft.com/office/powerpoint/2010/main" val="24522501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Answers</a:t>
            </a:r>
          </a:p>
          <a:p>
            <a:r>
              <a:rPr lang="en-US" dirty="0"/>
              <a:t>1) Typically, a message event gets triggered when an event-aware entity is created, changed, or removed. (There are also other application-specific message events.)</a:t>
            </a:r>
          </a:p>
          <a:p>
            <a:r>
              <a:rPr lang="en-US" dirty="0"/>
              <a:t>2) The primary purpose of the MessageContext entity is to create messages using information from the message event and the triggering entity.</a:t>
            </a:r>
          </a:p>
          <a:p>
            <a:r>
              <a:rPr lang="en-US" dirty="0"/>
              <a:t>3) Seven, which would occur if all seven destinations listen to EscalationAdded. Zero, which would occur if none of the destinations listen to EscalationAdded.</a:t>
            </a:r>
          </a:p>
          <a:p>
            <a:r>
              <a:rPr lang="en-US" dirty="0"/>
              <a:t>4) MessageTransport, which sends the message to the external system.</a:t>
            </a:r>
          </a:p>
          <a:p>
            <a:r>
              <a:rPr lang="en-US" dirty="0"/>
              <a:t>5) MessageContext.Root is of type Object, but message payloads typically need to work with the  MessageContext.Root as the type of entity that triggered the message event. Therefore, the MessageContext.Root entity must be cast to be of that type.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30</a:t>
            </a:fld>
            <a:endParaRPr lang="en-US" dirty="0"/>
          </a:p>
        </p:txBody>
      </p:sp>
    </p:spTree>
    <p:extLst>
      <p:ext uri="{BB962C8B-B14F-4D97-AF65-F5344CB8AC3E}">
        <p14:creationId xmlns:p14="http://schemas.microsoft.com/office/powerpoint/2010/main" val="55013965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Layout">
    <p:spTree>
      <p:nvGrpSpPr>
        <p:cNvPr id="1" name=""/>
        <p:cNvGrpSpPr/>
        <p:nvPr/>
      </p:nvGrpSpPr>
      <p:grpSpPr>
        <a:xfrm>
          <a:off x="0" y="0"/>
          <a:ext cx="0" cy="0"/>
          <a:chOff x="0" y="0"/>
          <a:chExt cx="0" cy="0"/>
        </a:xfrm>
      </p:grpSpPr>
      <p:sp>
        <p:nvSpPr>
          <p:cNvPr id="19" name="rec Background Gradient"/>
          <p:cNvSpPr/>
          <p:nvPr/>
        </p:nvSpPr>
        <p:spPr bwMode="auto">
          <a:xfrm>
            <a:off x="109251" y="0"/>
            <a:ext cx="12118975" cy="6858000"/>
          </a:xfrm>
          <a:prstGeom prst="rect">
            <a:avLst/>
          </a:prstGeom>
          <a:gradFill flip="none" rotWithShape="1">
            <a:gsLst>
              <a:gs pos="1000">
                <a:srgbClr val="04628C"/>
              </a:gs>
              <a:gs pos="99000">
                <a:srgbClr val="07A6ED"/>
              </a:gs>
            </a:gsLst>
            <a:lin ang="8100000" scaled="1"/>
            <a:tileRect/>
          </a:gradFill>
          <a:ln w="317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109538" marR="0" indent="-109538" algn="ctr" defTabSz="914400" rtl="0" eaLnBrk="1" fontAlgn="base" latinLnBrk="0" hangingPunct="1">
              <a:lnSpc>
                <a:spcPct val="100000"/>
              </a:lnSpc>
              <a:spcBef>
                <a:spcPct val="50000"/>
              </a:spcBef>
              <a:spcAft>
                <a:spcPct val="0"/>
              </a:spcAft>
              <a:buClr>
                <a:schemeClr val="tx2"/>
              </a:buClr>
              <a:buSzTx/>
              <a:buFont typeface="Arial" charset="0"/>
              <a:buNone/>
              <a:tabLst/>
            </a:pPr>
            <a:endParaRPr kumimoji="0" lang="en-US" sz="1600" b="0" i="0" u="none" strike="noStrike" cap="none" normalizeH="0" baseline="0" dirty="0">
              <a:ln>
                <a:noFill/>
              </a:ln>
              <a:solidFill>
                <a:srgbClr val="333333"/>
              </a:solidFill>
              <a:effectLst/>
              <a:latin typeface="+mj-lt"/>
            </a:endParaRPr>
          </a:p>
        </p:txBody>
      </p:sp>
      <p:grpSp>
        <p:nvGrpSpPr>
          <p:cNvPr id="2" name="rec GW Sidebar"/>
          <p:cNvGrpSpPr/>
          <p:nvPr userDrawn="1"/>
        </p:nvGrpSpPr>
        <p:grpSpPr>
          <a:xfrm>
            <a:off x="0" y="0"/>
            <a:ext cx="146051" cy="6858000"/>
            <a:chOff x="0" y="0"/>
            <a:chExt cx="109538" cy="6858000"/>
          </a:xfrm>
        </p:grpSpPr>
        <p:sp>
          <p:nvSpPr>
            <p:cNvPr id="22"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dirty="0">
                <a:latin typeface="+mj-lt"/>
              </a:endParaRPr>
            </a:p>
          </p:txBody>
        </p:sp>
        <p:sp>
          <p:nvSpPr>
            <p:cNvPr id="24"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dirty="0">
                <a:latin typeface="+mj-lt"/>
              </a:endParaRPr>
            </a:p>
          </p:txBody>
        </p:sp>
        <p:sp>
          <p:nvSpPr>
            <p:cNvPr id="25"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dirty="0">
                <a:latin typeface="+mj-lt"/>
              </a:endParaRPr>
            </a:p>
          </p:txBody>
        </p:sp>
        <p:sp>
          <p:nvSpPr>
            <p:cNvPr id="26"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dirty="0">
                <a:latin typeface="+mj-lt"/>
              </a:endParaRPr>
            </a:p>
          </p:txBody>
        </p:sp>
        <p:sp>
          <p:nvSpPr>
            <p:cNvPr id="27"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dirty="0">
                <a:latin typeface="+mj-lt"/>
              </a:endParaRPr>
            </a:p>
          </p:txBody>
        </p:sp>
        <p:sp>
          <p:nvSpPr>
            <p:cNvPr id="28"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dirty="0">
                <a:latin typeface="+mj-lt"/>
              </a:endParaRPr>
            </a:p>
          </p:txBody>
        </p:sp>
      </p:grpSp>
      <p:sp>
        <p:nvSpPr>
          <p:cNvPr id="20" name="txt Copyright 2001-2013"/>
          <p:cNvSpPr txBox="1"/>
          <p:nvPr/>
        </p:nvSpPr>
        <p:spPr>
          <a:xfrm>
            <a:off x="7213600" y="6553200"/>
            <a:ext cx="4546600" cy="184666"/>
          </a:xfrm>
          <a:prstGeom prst="rect">
            <a:avLst/>
          </a:prstGeom>
          <a:noFill/>
        </p:spPr>
        <p:txBody>
          <a:bodyPr wrap="square" lIns="0" tIns="0" rIns="0" bIns="0">
            <a:spAutoFit/>
          </a:bodyPr>
          <a:lstStyle/>
          <a:p>
            <a:pPr algn="r">
              <a:spcBef>
                <a:spcPts val="600"/>
              </a:spcBef>
              <a:buClr>
                <a:schemeClr val="tx2"/>
              </a:buClr>
              <a:buFont typeface="Arial" charset="0"/>
              <a:buNone/>
              <a:defRPr/>
            </a:pPr>
            <a:r>
              <a:rPr lang="en-US" sz="600" dirty="0">
                <a:solidFill>
                  <a:schemeClr val="tx1"/>
                </a:solidFill>
                <a:latin typeface="+mn-lt"/>
                <a:cs typeface="Arial" pitchFamily="34" charset="0"/>
              </a:rPr>
              <a:t>© Guidewire Software, Inc. 2001-2014. All rights reserved.</a:t>
            </a:r>
            <a:br>
              <a:rPr lang="en-US" sz="600" dirty="0">
                <a:solidFill>
                  <a:schemeClr val="tx1"/>
                </a:solidFill>
                <a:latin typeface="+mn-lt"/>
                <a:cs typeface="Arial" pitchFamily="34" charset="0"/>
              </a:rPr>
            </a:br>
            <a:r>
              <a:rPr lang="en-US" sz="600" dirty="0">
                <a:solidFill>
                  <a:schemeClr val="tx1"/>
                </a:solidFill>
                <a:latin typeface="+mn-lt"/>
                <a:cs typeface="Arial" pitchFamily="34" charset="0"/>
              </a:rPr>
              <a:t>Do not distribute without permission.</a:t>
            </a:r>
          </a:p>
        </p:txBody>
      </p:sp>
      <p:pic>
        <p:nvPicPr>
          <p:cNvPr id="6" name="pic Logo 2013 small" descr="Guidewire_logo+tagline_white.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21793" y="5998464"/>
            <a:ext cx="2425748" cy="521208"/>
          </a:xfrm>
          <a:prstGeom prst="rect">
            <a:avLst/>
          </a:prstGeom>
        </p:spPr>
      </p:pic>
      <p:sp>
        <p:nvSpPr>
          <p:cNvPr id="7" name="txt Lesson Subtitle"/>
          <p:cNvSpPr>
            <a:spLocks noGrp="1"/>
          </p:cNvSpPr>
          <p:nvPr>
            <p:ph type="body" sz="quarter" idx="10"/>
          </p:nvPr>
        </p:nvSpPr>
        <p:spPr>
          <a:xfrm>
            <a:off x="7624167" y="5946571"/>
            <a:ext cx="4119103" cy="273255"/>
          </a:xfrm>
        </p:spPr>
        <p:txBody>
          <a:bodyPr/>
          <a:lstStyle>
            <a:lvl1pPr algn="r">
              <a:buNone/>
              <a:defRPr sz="1600">
                <a:solidFill>
                  <a:schemeClr val="tx1"/>
                </a:solidFill>
                <a:latin typeface="Arial" pitchFamily="34" charset="0"/>
                <a:cs typeface="Arial" pitchFamily="34" charset="0"/>
              </a:defRPr>
            </a:lvl1pPr>
          </a:lstStyle>
          <a:p>
            <a:pPr lvl="0"/>
            <a:r>
              <a:rPr lang="en-US"/>
              <a:t>Click to edit Master text styles</a:t>
            </a:r>
          </a:p>
        </p:txBody>
      </p:sp>
      <p:sp>
        <p:nvSpPr>
          <p:cNvPr id="33794" name="txt Lesson Title"/>
          <p:cNvSpPr>
            <a:spLocks noGrp="1" noChangeArrowheads="1"/>
          </p:cNvSpPr>
          <p:nvPr>
            <p:ph type="ctrTitle"/>
          </p:nvPr>
        </p:nvSpPr>
        <p:spPr>
          <a:xfrm>
            <a:off x="611718" y="2957372"/>
            <a:ext cx="11131549" cy="700229"/>
          </a:xfrm>
        </p:spPr>
        <p:txBody>
          <a:bodyPr anchor="t"/>
          <a:lstStyle>
            <a:lvl1pPr algn="r">
              <a:lnSpc>
                <a:spcPct val="100000"/>
              </a:lnSpc>
              <a:spcAft>
                <a:spcPct val="20000"/>
              </a:spcAft>
              <a:defRPr sz="3600" b="1">
                <a:solidFill>
                  <a:schemeClr val="tx1"/>
                </a:solidFill>
                <a:latin typeface="Arial" pitchFamily="34" charset="0"/>
                <a:cs typeface="Arial" pitchFamily="34" charset="0"/>
              </a:defRPr>
            </a:lvl1pPr>
          </a:lstStyle>
          <a:p>
            <a:r>
              <a:rPr lang="en-US" altLang="en-US"/>
              <a:t>Click to edit Master title style</a:t>
            </a:r>
            <a:endParaRPr lang="en-US" altLang="en-US" dirty="0"/>
          </a:p>
        </p:txBody>
      </p:sp>
      <p:sp>
        <p:nvSpPr>
          <p:cNvPr id="14" name="rec Background Gradient"/>
          <p:cNvSpPr/>
          <p:nvPr userDrawn="1"/>
        </p:nvSpPr>
        <p:spPr bwMode="auto">
          <a:xfrm>
            <a:off x="109251" y="0"/>
            <a:ext cx="12118975" cy="6858000"/>
          </a:xfrm>
          <a:prstGeom prst="rect">
            <a:avLst/>
          </a:prstGeom>
          <a:gradFill flip="none" rotWithShape="1">
            <a:gsLst>
              <a:gs pos="1000">
                <a:srgbClr val="04628C"/>
              </a:gs>
              <a:gs pos="99000">
                <a:srgbClr val="07A6ED"/>
              </a:gs>
            </a:gsLst>
            <a:lin ang="8100000" scaled="1"/>
            <a:tileRect/>
          </a:gradFill>
          <a:ln w="317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109538" marR="0" indent="-109538" algn="ctr" defTabSz="914400" rtl="0" eaLnBrk="1" fontAlgn="base" latinLnBrk="0" hangingPunct="1">
              <a:lnSpc>
                <a:spcPct val="100000"/>
              </a:lnSpc>
              <a:spcBef>
                <a:spcPct val="50000"/>
              </a:spcBef>
              <a:spcAft>
                <a:spcPct val="0"/>
              </a:spcAft>
              <a:buClr>
                <a:schemeClr val="tx2"/>
              </a:buClr>
              <a:buSzTx/>
              <a:buFont typeface="Arial" charset="0"/>
              <a:buNone/>
              <a:tabLst/>
            </a:pPr>
            <a:endParaRPr kumimoji="0" lang="en-US" sz="1600" b="0" i="0" u="none" strike="noStrike" cap="none" normalizeH="0" baseline="0" dirty="0">
              <a:ln>
                <a:noFill/>
              </a:ln>
              <a:solidFill>
                <a:srgbClr val="333333"/>
              </a:solidFill>
              <a:effectLst/>
              <a:latin typeface="+mj-lt"/>
            </a:endParaRPr>
          </a:p>
        </p:txBody>
      </p:sp>
      <p:pic>
        <p:nvPicPr>
          <p:cNvPr id="31" name="pic Logo 2013 small" descr="Guidewire_logo+tagline_white.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21793" y="5998464"/>
            <a:ext cx="2425748" cy="521208"/>
          </a:xfrm>
          <a:prstGeom prst="rect">
            <a:avLst/>
          </a:prstGeom>
        </p:spPr>
      </p:pic>
    </p:spTree>
    <p:extLst>
      <p:ext uri="{BB962C8B-B14F-4D97-AF65-F5344CB8AC3E}">
        <p14:creationId xmlns:p14="http://schemas.microsoft.com/office/powerpoint/2010/main" val="262528817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a:t>Click to edit Master title style</a:t>
            </a:r>
            <a:endParaRPr lang="en-US" dirty="0"/>
          </a:p>
        </p:txBody>
      </p:sp>
      <p:sp>
        <p:nvSpPr>
          <p:cNvPr id="3" name="txt Content"/>
          <p:cNvSpPr>
            <a:spLocks noGrp="1"/>
          </p:cNvSpPr>
          <p:nvPr>
            <p:ph idx="1"/>
          </p:nvPr>
        </p:nvSpPr>
        <p:spPr>
          <a:xfrm>
            <a:off x="694944" y="914400"/>
            <a:ext cx="1109472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14848553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ubTitle and Content">
    <p:spTree>
      <p:nvGrpSpPr>
        <p:cNvPr id="1" name=""/>
        <p:cNvGrpSpPr/>
        <p:nvPr/>
      </p:nvGrpSpPr>
      <p:grpSpPr>
        <a:xfrm>
          <a:off x="0" y="0"/>
          <a:ext cx="0" cy="0"/>
          <a:chOff x="0" y="0"/>
          <a:chExt cx="0" cy="0"/>
        </a:xfrm>
      </p:grpSpPr>
      <p:sp>
        <p:nvSpPr>
          <p:cNvPr id="2" name="txt Title"/>
          <p:cNvSpPr>
            <a:spLocks noGrp="1"/>
          </p:cNvSpPr>
          <p:nvPr>
            <p:ph type="title"/>
          </p:nvPr>
        </p:nvSpPr>
        <p:spPr>
          <a:xfrm>
            <a:off x="658368" y="118873"/>
            <a:ext cx="11094720" cy="742951"/>
          </a:xfrm>
        </p:spPr>
        <p:txBody>
          <a:bodyPr/>
          <a:lstStyle>
            <a:lvl1pPr>
              <a:defRPr sz="3200">
                <a:solidFill>
                  <a:srgbClr val="04628C"/>
                </a:solidFill>
                <a:latin typeface="+mj-lt"/>
                <a:cs typeface="Arial" pitchFamily="34" charset="0"/>
              </a:defRPr>
            </a:lvl1pPr>
          </a:lstStyle>
          <a:p>
            <a:r>
              <a:rPr lang="en-US"/>
              <a:t>Click to edit Master title style</a:t>
            </a:r>
            <a:endParaRPr lang="en-US" dirty="0"/>
          </a:p>
        </p:txBody>
      </p:sp>
      <p:sp>
        <p:nvSpPr>
          <p:cNvPr id="5" name="txt SubTitle"/>
          <p:cNvSpPr>
            <a:spLocks noGrp="1"/>
          </p:cNvSpPr>
          <p:nvPr>
            <p:ph type="body" sz="quarter" idx="10"/>
          </p:nvPr>
        </p:nvSpPr>
        <p:spPr>
          <a:xfrm>
            <a:off x="658368" y="486102"/>
            <a:ext cx="11094720" cy="381000"/>
          </a:xfrm>
        </p:spPr>
        <p:txBody>
          <a:bodyPr/>
          <a:lstStyle>
            <a:lvl1pPr marL="0" indent="0">
              <a:buNone/>
              <a:defRPr lang="en-US" sz="2800" b="1" dirty="0">
                <a:solidFill>
                  <a:srgbClr val="04628C"/>
                </a:solidFill>
                <a:latin typeface="+mj-lt"/>
                <a:ea typeface="Arial" pitchFamily="34" charset="0"/>
                <a:cs typeface="Arial" pitchFamily="34" charset="0"/>
              </a:defRPr>
            </a:lvl1pPr>
          </a:lstStyle>
          <a:p>
            <a:pPr lvl="0"/>
            <a:r>
              <a:rPr lang="en-US"/>
              <a:t>Click to edit Master text styles</a:t>
            </a:r>
          </a:p>
        </p:txBody>
      </p:sp>
      <p:sp>
        <p:nvSpPr>
          <p:cNvPr id="3" name="txt Content"/>
          <p:cNvSpPr>
            <a:spLocks noGrp="1"/>
          </p:cNvSpPr>
          <p:nvPr>
            <p:ph idx="1"/>
          </p:nvPr>
        </p:nvSpPr>
        <p:spPr>
          <a:xfrm>
            <a:off x="694944" y="914400"/>
            <a:ext cx="1109472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71869692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692151" y="914399"/>
            <a:ext cx="5444067" cy="54864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Right Col Content"/>
          <p:cNvSpPr>
            <a:spLocks noGrp="1"/>
          </p:cNvSpPr>
          <p:nvPr>
            <p:ph sz="half" idx="2"/>
          </p:nvPr>
        </p:nvSpPr>
        <p:spPr>
          <a:xfrm>
            <a:off x="6339417" y="914399"/>
            <a:ext cx="5444067"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470386826"/>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wo Column SubTitles">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a:t>Click to edit Master title style</a:t>
            </a:r>
            <a:endParaRPr lang="en-US" dirty="0"/>
          </a:p>
        </p:txBody>
      </p:sp>
      <p:sp>
        <p:nvSpPr>
          <p:cNvPr id="5" name="txt Left Col SubTitle"/>
          <p:cNvSpPr>
            <a:spLocks noGrp="1" noChangeArrowheads="1"/>
          </p:cNvSpPr>
          <p:nvPr>
            <p:ph type="subTitle" idx="10" hasCustomPrompt="1"/>
          </p:nvPr>
        </p:nvSpPr>
        <p:spPr>
          <a:xfrm>
            <a:off x="694944" y="914400"/>
            <a:ext cx="5449824" cy="838200"/>
          </a:xfrm>
          <a:ln algn="ctr"/>
        </p:spPr>
        <p:txBody>
          <a:bodyPr/>
          <a:lstStyle>
            <a:lvl1pPr marL="0" indent="0">
              <a:buClr>
                <a:srgbClr val="800000"/>
              </a:buClr>
              <a:buFont typeface="Wingdings 3" pitchFamily="18" charset="2"/>
              <a:buNone/>
              <a:defRPr sz="2400" baseline="0"/>
            </a:lvl1pPr>
          </a:lstStyle>
          <a:p>
            <a:r>
              <a:rPr lang="en-US" altLang="en-US" dirty="0"/>
              <a:t>Click to edit Left Column Subtitle</a:t>
            </a:r>
          </a:p>
        </p:txBody>
      </p:sp>
      <p:sp>
        <p:nvSpPr>
          <p:cNvPr id="8" name="txt Right Col SubTitle"/>
          <p:cNvSpPr>
            <a:spLocks noGrp="1"/>
          </p:cNvSpPr>
          <p:nvPr>
            <p:ph type="body" sz="quarter" idx="11" hasCustomPrompt="1"/>
          </p:nvPr>
        </p:nvSpPr>
        <p:spPr>
          <a:xfrm>
            <a:off x="6339840" y="914400"/>
            <a:ext cx="5449824" cy="838200"/>
          </a:xfrm>
        </p:spPr>
        <p:txBody>
          <a:bodyPr/>
          <a:lstStyle>
            <a:lvl1pPr marL="0" indent="0">
              <a:buFontTx/>
              <a:buNone/>
              <a:defRPr/>
            </a:lvl1pPr>
          </a:lstStyle>
          <a:p>
            <a:r>
              <a:rPr lang="en-US" altLang="en-US" dirty="0"/>
              <a:t>Click to edit Right Column Subtitle</a:t>
            </a:r>
          </a:p>
        </p:txBody>
      </p:sp>
      <p:sp>
        <p:nvSpPr>
          <p:cNvPr id="4" name="txt Left Col Content"/>
          <p:cNvSpPr>
            <a:spLocks noGrp="1"/>
          </p:cNvSpPr>
          <p:nvPr>
            <p:ph sz="half" idx="2"/>
          </p:nvPr>
        </p:nvSpPr>
        <p:spPr>
          <a:xfrm>
            <a:off x="6339417" y="1752600"/>
            <a:ext cx="5444067"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txt Right Col Content"/>
          <p:cNvSpPr>
            <a:spLocks noGrp="1"/>
          </p:cNvSpPr>
          <p:nvPr>
            <p:ph sz="half" idx="1"/>
          </p:nvPr>
        </p:nvSpPr>
        <p:spPr>
          <a:xfrm>
            <a:off x="692151" y="1752600"/>
            <a:ext cx="5444067" cy="4637088"/>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044806687"/>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hree Column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cs typeface="Arial" pitchFamily="34" charset="0"/>
              </a:defRPr>
            </a:lvl1pPr>
          </a:lstStyle>
          <a:p>
            <a:r>
              <a:rPr lang="en-US"/>
              <a:t>Click to edit Master title style</a:t>
            </a:r>
            <a:endParaRPr lang="en-US" dirty="0"/>
          </a:p>
        </p:txBody>
      </p:sp>
      <p:sp>
        <p:nvSpPr>
          <p:cNvPr id="3" name="txt Left Col Content"/>
          <p:cNvSpPr>
            <a:spLocks noGrp="1"/>
          </p:cNvSpPr>
          <p:nvPr>
            <p:ph sz="half" idx="1"/>
          </p:nvPr>
        </p:nvSpPr>
        <p:spPr>
          <a:xfrm>
            <a:off x="692149" y="914399"/>
            <a:ext cx="3535680" cy="54864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xt Center Col Content"/>
          <p:cNvSpPr>
            <a:spLocks noGrp="1"/>
          </p:cNvSpPr>
          <p:nvPr>
            <p:ph sz="half" idx="10"/>
          </p:nvPr>
        </p:nvSpPr>
        <p:spPr>
          <a:xfrm>
            <a:off x="4470400" y="914399"/>
            <a:ext cx="353568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Right Col Content"/>
          <p:cNvSpPr>
            <a:spLocks noGrp="1"/>
          </p:cNvSpPr>
          <p:nvPr>
            <p:ph sz="half" idx="2"/>
          </p:nvPr>
        </p:nvSpPr>
        <p:spPr>
          <a:xfrm>
            <a:off x="8229600" y="914399"/>
            <a:ext cx="353568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330886176"/>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hree Columns SubTitle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692149" y="1752602"/>
            <a:ext cx="3535680" cy="46370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xt Center Col Content"/>
          <p:cNvSpPr>
            <a:spLocks noGrp="1"/>
          </p:cNvSpPr>
          <p:nvPr>
            <p:ph sz="half" idx="10"/>
          </p:nvPr>
        </p:nvSpPr>
        <p:spPr>
          <a:xfrm>
            <a:off x="4470400" y="1752602"/>
            <a:ext cx="353568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Right Col Content"/>
          <p:cNvSpPr>
            <a:spLocks noGrp="1"/>
          </p:cNvSpPr>
          <p:nvPr>
            <p:ph sz="half" idx="2"/>
          </p:nvPr>
        </p:nvSpPr>
        <p:spPr>
          <a:xfrm>
            <a:off x="8229600" y="1752602"/>
            <a:ext cx="353568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xt Left Col SubTitle"/>
          <p:cNvSpPr>
            <a:spLocks noGrp="1" noChangeArrowheads="1"/>
          </p:cNvSpPr>
          <p:nvPr>
            <p:ph type="subTitle" idx="11" hasCustomPrompt="1"/>
          </p:nvPr>
        </p:nvSpPr>
        <p:spPr>
          <a:xfrm>
            <a:off x="694944" y="914400"/>
            <a:ext cx="353568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a:t>Click to edit Left Column Subtitle</a:t>
            </a:r>
          </a:p>
        </p:txBody>
      </p:sp>
      <p:sp>
        <p:nvSpPr>
          <p:cNvPr id="13" name="txt Center Col SubTitle"/>
          <p:cNvSpPr>
            <a:spLocks noGrp="1"/>
          </p:cNvSpPr>
          <p:nvPr>
            <p:ph type="body" sz="quarter" idx="12" hasCustomPrompt="1"/>
          </p:nvPr>
        </p:nvSpPr>
        <p:spPr>
          <a:xfrm>
            <a:off x="4474464" y="914400"/>
            <a:ext cx="353568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a:t>Click to edit Center Column Subtitle</a:t>
            </a:r>
          </a:p>
        </p:txBody>
      </p:sp>
      <p:sp>
        <p:nvSpPr>
          <p:cNvPr id="15" name="txt Right Col SubTitle"/>
          <p:cNvSpPr>
            <a:spLocks noGrp="1"/>
          </p:cNvSpPr>
          <p:nvPr>
            <p:ph type="body" sz="quarter" idx="13" hasCustomPrompt="1"/>
          </p:nvPr>
        </p:nvSpPr>
        <p:spPr>
          <a:xfrm>
            <a:off x="8229600" y="914400"/>
            <a:ext cx="353568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a:t>Click to edit Right Column Subtitle</a:t>
            </a:r>
          </a:p>
        </p:txBody>
      </p:sp>
    </p:spTree>
    <p:extLst>
      <p:ext uri="{BB962C8B-B14F-4D97-AF65-F5344CB8AC3E}">
        <p14:creationId xmlns:p14="http://schemas.microsoft.com/office/powerpoint/2010/main" val="3581193381"/>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 preserve="1">
  <p:cSld name="Title and Bottom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Arial" pitchFamily="34" charset="0"/>
              </a:defRPr>
            </a:lvl1pPr>
          </a:lstStyle>
          <a:p>
            <a:r>
              <a:rPr lang="en-US"/>
              <a:t>Click to edit Master title style</a:t>
            </a:r>
            <a:endParaRPr lang="en-US" dirty="0"/>
          </a:p>
        </p:txBody>
      </p:sp>
      <p:sp>
        <p:nvSpPr>
          <p:cNvPr id="3" name="txt Bottom Content"/>
          <p:cNvSpPr>
            <a:spLocks noGrp="1"/>
          </p:cNvSpPr>
          <p:nvPr>
            <p:ph idx="1"/>
          </p:nvPr>
        </p:nvSpPr>
        <p:spPr>
          <a:xfrm>
            <a:off x="692151" y="3657600"/>
            <a:ext cx="11091333"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554733541"/>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Title Top And Bottom Content">
    <p:spTree>
      <p:nvGrpSpPr>
        <p:cNvPr id="1" name=""/>
        <p:cNvGrpSpPr/>
        <p:nvPr/>
      </p:nvGrpSpPr>
      <p:grpSpPr>
        <a:xfrm>
          <a:off x="0" y="0"/>
          <a:ext cx="0" cy="0"/>
          <a:chOff x="0" y="0"/>
          <a:chExt cx="0" cy="0"/>
        </a:xfrm>
      </p:grpSpPr>
      <p:sp>
        <p:nvSpPr>
          <p:cNvPr id="2" name="txt Title"/>
          <p:cNvSpPr>
            <a:spLocks noGrp="1"/>
          </p:cNvSpPr>
          <p:nvPr>
            <p:ph type="title"/>
          </p:nvPr>
        </p:nvSpPr>
        <p:spPr>
          <a:xfrm>
            <a:off x="658368" y="120651"/>
            <a:ext cx="11091333" cy="742951"/>
          </a:xfrm>
        </p:spPr>
        <p:txBody>
          <a:bodyPr/>
          <a:lstStyle>
            <a:lvl1pPr>
              <a:defRPr sz="3200">
                <a:solidFill>
                  <a:srgbClr val="04628C"/>
                </a:solidFill>
                <a:latin typeface="+mj-lt"/>
                <a:cs typeface="Arial" pitchFamily="34" charset="0"/>
              </a:defRPr>
            </a:lvl1pPr>
          </a:lstStyle>
          <a:p>
            <a:r>
              <a:rPr lang="en-US"/>
              <a:t>Click to edit Master title style</a:t>
            </a:r>
            <a:endParaRPr lang="en-US" dirty="0"/>
          </a:p>
        </p:txBody>
      </p:sp>
      <p:sp>
        <p:nvSpPr>
          <p:cNvPr id="3" name="txt Bottom Content"/>
          <p:cNvSpPr>
            <a:spLocks noGrp="1"/>
          </p:cNvSpPr>
          <p:nvPr>
            <p:ph idx="1"/>
          </p:nvPr>
        </p:nvSpPr>
        <p:spPr>
          <a:xfrm>
            <a:off x="692151" y="3657600"/>
            <a:ext cx="11091333"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xt Top Content"/>
          <p:cNvSpPr>
            <a:spLocks noGrp="1"/>
          </p:cNvSpPr>
          <p:nvPr>
            <p:ph type="body" sz="quarter" idx="10"/>
          </p:nvPr>
        </p:nvSpPr>
        <p:spPr>
          <a:xfrm>
            <a:off x="694944" y="914400"/>
            <a:ext cx="11094720" cy="27432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68248584"/>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 preserve="1">
  <p:cSld name="Title and Top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Calibri" pitchFamily="34" charset="0"/>
              </a:defRPr>
            </a:lvl1pPr>
          </a:lstStyle>
          <a:p>
            <a:r>
              <a:rPr lang="en-US"/>
              <a:t>Click to edit Master title style</a:t>
            </a:r>
            <a:endParaRPr lang="en-US" dirty="0"/>
          </a:p>
        </p:txBody>
      </p:sp>
      <p:sp>
        <p:nvSpPr>
          <p:cNvPr id="3" name="txt Top Content"/>
          <p:cNvSpPr>
            <a:spLocks noGrp="1"/>
          </p:cNvSpPr>
          <p:nvPr>
            <p:ph idx="1"/>
          </p:nvPr>
        </p:nvSpPr>
        <p:spPr>
          <a:xfrm>
            <a:off x="692151" y="914400"/>
            <a:ext cx="11091333"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361761630"/>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obj" preserve="1">
  <p:cSld name="Title and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a:t>Click to edit Master title style</a:t>
            </a:r>
            <a:endParaRPr lang="en-US" dirty="0"/>
          </a:p>
        </p:txBody>
      </p:sp>
      <p:sp>
        <p:nvSpPr>
          <p:cNvPr id="3" name="txt Bottom Content"/>
          <p:cNvSpPr>
            <a:spLocks noGrp="1"/>
          </p:cNvSpPr>
          <p:nvPr>
            <p:ph idx="1"/>
          </p:nvPr>
        </p:nvSpPr>
        <p:spPr>
          <a:xfrm>
            <a:off x="692151" y="4572000"/>
            <a:ext cx="11091333"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704636995"/>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itle Top Middle Bottom">
    <p:spTree>
      <p:nvGrpSpPr>
        <p:cNvPr id="1" name=""/>
        <p:cNvGrpSpPr/>
        <p:nvPr/>
      </p:nvGrpSpPr>
      <p:grpSpPr>
        <a:xfrm>
          <a:off x="0" y="0"/>
          <a:ext cx="0" cy="0"/>
          <a:chOff x="0" y="0"/>
          <a:chExt cx="0" cy="0"/>
        </a:xfrm>
      </p:grpSpPr>
      <p:sp>
        <p:nvSpPr>
          <p:cNvPr id="2" name="txt Title"/>
          <p:cNvSpPr>
            <a:spLocks noGrp="1"/>
          </p:cNvSpPr>
          <p:nvPr>
            <p:ph type="title"/>
          </p:nvPr>
        </p:nvSpPr>
        <p:spPr>
          <a:xfrm>
            <a:off x="658368" y="120651"/>
            <a:ext cx="11091333" cy="742951"/>
          </a:xfrm>
        </p:spPr>
        <p:txBody>
          <a:bodyPr/>
          <a:lstStyle>
            <a:lvl1pPr>
              <a:defRPr>
                <a:solidFill>
                  <a:srgbClr val="04628C"/>
                </a:solidFill>
                <a:latin typeface="+mj-lt"/>
                <a:cs typeface="Arial" pitchFamily="34" charset="0"/>
              </a:defRPr>
            </a:lvl1pPr>
          </a:lstStyle>
          <a:p>
            <a:r>
              <a:rPr lang="en-US"/>
              <a:t>Click to edit Master title style</a:t>
            </a:r>
            <a:endParaRPr lang="en-US" dirty="0"/>
          </a:p>
        </p:txBody>
      </p:sp>
      <p:sp>
        <p:nvSpPr>
          <p:cNvPr id="5" name="txt Top Content"/>
          <p:cNvSpPr>
            <a:spLocks noGrp="1"/>
          </p:cNvSpPr>
          <p:nvPr>
            <p:ph type="body" sz="quarter" idx="10"/>
          </p:nvPr>
        </p:nvSpPr>
        <p:spPr>
          <a:xfrm>
            <a:off x="694944" y="914400"/>
            <a:ext cx="11094720" cy="18288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xt Middle Content"/>
          <p:cNvSpPr>
            <a:spLocks noGrp="1"/>
          </p:cNvSpPr>
          <p:nvPr>
            <p:ph idx="11"/>
          </p:nvPr>
        </p:nvSpPr>
        <p:spPr>
          <a:xfrm>
            <a:off x="694267" y="2743200"/>
            <a:ext cx="11091333"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txt Bottom Content"/>
          <p:cNvSpPr>
            <a:spLocks noGrp="1"/>
          </p:cNvSpPr>
          <p:nvPr>
            <p:ph idx="1"/>
          </p:nvPr>
        </p:nvSpPr>
        <p:spPr>
          <a:xfrm>
            <a:off x="692151" y="4572000"/>
            <a:ext cx="11091333"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683751491"/>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a:t>Click to edit Master title style</a:t>
            </a:r>
            <a:endParaRPr lang="en-US" dirty="0"/>
          </a:p>
        </p:txBody>
      </p:sp>
      <p:sp>
        <p:nvSpPr>
          <p:cNvPr id="3" name="txt Top Content"/>
          <p:cNvSpPr>
            <a:spLocks noGrp="1"/>
          </p:cNvSpPr>
          <p:nvPr>
            <p:ph idx="1"/>
          </p:nvPr>
        </p:nvSpPr>
        <p:spPr>
          <a:xfrm>
            <a:off x="692151" y="914400"/>
            <a:ext cx="11091333"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165869696"/>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Lef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692149" y="914402"/>
            <a:ext cx="3535680" cy="54752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353529206"/>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Left Small Column SubTitle">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692149" y="1752602"/>
            <a:ext cx="3535680" cy="46370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xt Left Col SubTitle"/>
          <p:cNvSpPr>
            <a:spLocks noGrp="1" noChangeArrowheads="1"/>
          </p:cNvSpPr>
          <p:nvPr>
            <p:ph type="subTitle" idx="11" hasCustomPrompt="1"/>
          </p:nvPr>
        </p:nvSpPr>
        <p:spPr>
          <a:xfrm>
            <a:off x="694944" y="914400"/>
            <a:ext cx="353568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a:t>Click to edit Left Column Subtitle</a:t>
            </a:r>
          </a:p>
        </p:txBody>
      </p:sp>
    </p:spTree>
    <p:extLst>
      <p:ext uri="{BB962C8B-B14F-4D97-AF65-F5344CB8AC3E}">
        <p14:creationId xmlns:p14="http://schemas.microsoft.com/office/powerpoint/2010/main" val="1366646524"/>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Lef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692151" y="914402"/>
            <a:ext cx="5444067" cy="5475289"/>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132715863"/>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Left Half Column SubTitle">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a:t>Click to edit Master title style</a:t>
            </a:r>
            <a:endParaRPr lang="en-US" dirty="0"/>
          </a:p>
        </p:txBody>
      </p:sp>
      <p:sp>
        <p:nvSpPr>
          <p:cNvPr id="5" name="txt Left Col SubTitle"/>
          <p:cNvSpPr>
            <a:spLocks noGrp="1" noChangeArrowheads="1"/>
          </p:cNvSpPr>
          <p:nvPr>
            <p:ph type="subTitle" idx="10" hasCustomPrompt="1"/>
          </p:nvPr>
        </p:nvSpPr>
        <p:spPr>
          <a:xfrm>
            <a:off x="694944" y="914400"/>
            <a:ext cx="5449824"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a:t>Click to edit Left Column Subtitle</a:t>
            </a:r>
          </a:p>
        </p:txBody>
      </p:sp>
      <p:sp>
        <p:nvSpPr>
          <p:cNvPr id="3" name="txt Right Col Content"/>
          <p:cNvSpPr>
            <a:spLocks noGrp="1"/>
          </p:cNvSpPr>
          <p:nvPr>
            <p:ph sz="half" idx="1"/>
          </p:nvPr>
        </p:nvSpPr>
        <p:spPr>
          <a:xfrm>
            <a:off x="692151" y="1752600"/>
            <a:ext cx="5444067" cy="4637088"/>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487866613"/>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Lef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692148" y="914399"/>
            <a:ext cx="7376160" cy="54864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597061337"/>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4722577"/>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Righ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4" name="txt Right Col Content"/>
          <p:cNvSpPr>
            <a:spLocks noGrp="1"/>
          </p:cNvSpPr>
          <p:nvPr>
            <p:ph sz="half" idx="2"/>
          </p:nvPr>
        </p:nvSpPr>
        <p:spPr>
          <a:xfrm>
            <a:off x="8229600" y="914402"/>
            <a:ext cx="353568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313684978"/>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Right Small Column SubTitle">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4" name="txt Right Col Content"/>
          <p:cNvSpPr>
            <a:spLocks noGrp="1"/>
          </p:cNvSpPr>
          <p:nvPr>
            <p:ph sz="half" idx="2"/>
          </p:nvPr>
        </p:nvSpPr>
        <p:spPr>
          <a:xfrm>
            <a:off x="8229600" y="1752602"/>
            <a:ext cx="353568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xt Right Col SubTitle"/>
          <p:cNvSpPr>
            <a:spLocks noGrp="1" noChangeArrowheads="1"/>
          </p:cNvSpPr>
          <p:nvPr>
            <p:ph type="subTitle" idx="11" hasCustomPrompt="1"/>
          </p:nvPr>
        </p:nvSpPr>
        <p:spPr>
          <a:xfrm>
            <a:off x="8229600" y="914400"/>
            <a:ext cx="353568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a:t>Click to edit Right Column Subtitle</a:t>
            </a:r>
          </a:p>
        </p:txBody>
      </p:sp>
    </p:spTree>
    <p:extLst>
      <p:ext uri="{BB962C8B-B14F-4D97-AF65-F5344CB8AC3E}">
        <p14:creationId xmlns:p14="http://schemas.microsoft.com/office/powerpoint/2010/main" val="4276675117"/>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Righ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4" name="txt Right Col Content"/>
          <p:cNvSpPr>
            <a:spLocks noGrp="1"/>
          </p:cNvSpPr>
          <p:nvPr>
            <p:ph sz="half" idx="2"/>
          </p:nvPr>
        </p:nvSpPr>
        <p:spPr>
          <a:xfrm>
            <a:off x="6339417" y="914402"/>
            <a:ext cx="5444067"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037283543"/>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Right Half Column SubTitle">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a:t>Click to edit Master title style</a:t>
            </a:r>
          </a:p>
        </p:txBody>
      </p:sp>
      <p:sp>
        <p:nvSpPr>
          <p:cNvPr id="8" name="txt Right Col SubTitle"/>
          <p:cNvSpPr>
            <a:spLocks noGrp="1"/>
          </p:cNvSpPr>
          <p:nvPr>
            <p:ph type="body" sz="quarter" idx="11" hasCustomPrompt="1"/>
          </p:nvPr>
        </p:nvSpPr>
        <p:spPr>
          <a:xfrm>
            <a:off x="6339840" y="914400"/>
            <a:ext cx="5449824" cy="838200"/>
          </a:xfrm>
        </p:spPr>
        <p:txBody>
          <a:bodyPr/>
          <a:lstStyle>
            <a:lvl1pPr marL="0" indent="0">
              <a:buFontTx/>
              <a:buNone/>
              <a:defRPr/>
            </a:lvl1pPr>
          </a:lstStyle>
          <a:p>
            <a:r>
              <a:rPr lang="en-US" altLang="en-US" dirty="0"/>
              <a:t>Click to edit Right Column Subtitle</a:t>
            </a:r>
          </a:p>
        </p:txBody>
      </p:sp>
      <p:sp>
        <p:nvSpPr>
          <p:cNvPr id="4" name="txt Right Col Content"/>
          <p:cNvSpPr>
            <a:spLocks noGrp="1"/>
          </p:cNvSpPr>
          <p:nvPr>
            <p:ph sz="half" idx="2"/>
          </p:nvPr>
        </p:nvSpPr>
        <p:spPr>
          <a:xfrm>
            <a:off x="6339417" y="1752600"/>
            <a:ext cx="5444067"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967609076"/>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Righ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4" name="txt Right Col Content"/>
          <p:cNvSpPr>
            <a:spLocks noGrp="1"/>
          </p:cNvSpPr>
          <p:nvPr>
            <p:ph sz="half" idx="2"/>
          </p:nvPr>
        </p:nvSpPr>
        <p:spPr>
          <a:xfrm>
            <a:off x="4406900" y="914400"/>
            <a:ext cx="737616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272425577"/>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Notes Only">
    <p:spTree>
      <p:nvGrpSpPr>
        <p:cNvPr id="1" name=""/>
        <p:cNvGrpSpPr/>
        <p:nvPr/>
      </p:nvGrpSpPr>
      <p:grpSpPr>
        <a:xfrm>
          <a:off x="0" y="0"/>
          <a:ext cx="0" cy="0"/>
          <a:chOff x="0" y="0"/>
          <a:chExt cx="0" cy="0"/>
        </a:xfrm>
      </p:grpSpPr>
      <p:sp>
        <p:nvSpPr>
          <p:cNvPr id="4" name="txt Title Fixed NotesOnly"/>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solidFill>
                  <a:srgbClr val="CC0099"/>
                </a:solidFill>
                <a:latin typeface="+mj-lt"/>
                <a:cs typeface="Arial" pitchFamily="34" charset="0"/>
              </a:rPr>
              <a:t>(Notes only slide)</a:t>
            </a:r>
            <a:endParaRPr lang="en-US" sz="3200" dirty="0">
              <a:latin typeface="+mj-lt"/>
              <a:cs typeface="Arial" pitchFamily="34" charset="0"/>
            </a:endParaRPr>
          </a:p>
        </p:txBody>
      </p:sp>
      <p:sp>
        <p:nvSpPr>
          <p:cNvPr id="3" name="txt Title Fixed NotesOnly"/>
          <p:cNvSpPr txBox="1">
            <a:spLocks noChangeArrowheads="1"/>
          </p:cNvSpPr>
          <p:nvPr userDrawn="1"/>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solidFill>
                  <a:srgbClr val="CC0099"/>
                </a:solidFill>
                <a:latin typeface="+mj-lt"/>
                <a:cs typeface="Arial" pitchFamily="34" charset="0"/>
              </a:rPr>
              <a:t>(Notes only slide)</a:t>
            </a:r>
            <a:endParaRPr lang="en-US" sz="3200" dirty="0">
              <a:latin typeface="+mj-lt"/>
              <a:cs typeface="Arial" pitchFamily="34" charset="0"/>
            </a:endParaRPr>
          </a:p>
        </p:txBody>
      </p:sp>
    </p:spTree>
    <p:extLst>
      <p:ext uri="{BB962C8B-B14F-4D97-AF65-F5344CB8AC3E}">
        <p14:creationId xmlns:p14="http://schemas.microsoft.com/office/powerpoint/2010/main" val="3199647868"/>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Lef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692149" y="914400"/>
            <a:ext cx="3535680" cy="36576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Bottom Content"/>
          <p:cNvSpPr>
            <a:spLocks noGrp="1"/>
          </p:cNvSpPr>
          <p:nvPr>
            <p:ph idx="10"/>
          </p:nvPr>
        </p:nvSpPr>
        <p:spPr>
          <a:xfrm>
            <a:off x="694944" y="4572000"/>
            <a:ext cx="1109472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503653025"/>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Left Small Column + Bottom">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692149" y="914400"/>
            <a:ext cx="3535680" cy="27432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Bottom Content"/>
          <p:cNvSpPr>
            <a:spLocks noGrp="1"/>
          </p:cNvSpPr>
          <p:nvPr>
            <p:ph idx="10"/>
          </p:nvPr>
        </p:nvSpPr>
        <p:spPr>
          <a:xfrm>
            <a:off x="694944" y="3657600"/>
            <a:ext cx="1109472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897130001"/>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Left Small Column + Top">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692149" y="3657600"/>
            <a:ext cx="3535680" cy="27432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Top Content"/>
          <p:cNvSpPr>
            <a:spLocks noGrp="1"/>
          </p:cNvSpPr>
          <p:nvPr>
            <p:ph idx="10"/>
          </p:nvPr>
        </p:nvSpPr>
        <p:spPr>
          <a:xfrm>
            <a:off x="694944" y="914400"/>
            <a:ext cx="1109472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059471830"/>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Left Small Column +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692149" y="2743200"/>
            <a:ext cx="3535680" cy="36576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Top Content"/>
          <p:cNvSpPr>
            <a:spLocks noGrp="1"/>
          </p:cNvSpPr>
          <p:nvPr>
            <p:ph idx="10"/>
          </p:nvPr>
        </p:nvSpPr>
        <p:spPr>
          <a:xfrm>
            <a:off x="694944" y="914400"/>
            <a:ext cx="11094720" cy="18288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728369848"/>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1860621709"/>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Lesson Outline">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outline</a:t>
            </a:r>
          </a:p>
        </p:txBody>
      </p:sp>
      <p:sp>
        <p:nvSpPr>
          <p:cNvPr id="3" name="txt Topic Content"/>
          <p:cNvSpPr>
            <a:spLocks noGrp="1"/>
          </p:cNvSpPr>
          <p:nvPr>
            <p:ph idx="1" hasCustomPrompt="1"/>
          </p:nvPr>
        </p:nvSpPr>
        <p:spPr>
          <a:xfrm>
            <a:off x="692151" y="914400"/>
            <a:ext cx="11091333" cy="5486400"/>
          </a:xfrm>
        </p:spPr>
        <p:txBody>
          <a:bodyPr/>
          <a:lstStyle>
            <a:lvl1pPr marL="285750" indent="-285750" algn="l" rtl="0" eaLnBrk="0" fontAlgn="base" hangingPunct="0">
              <a:lnSpc>
                <a:spcPct val="150000"/>
              </a:lnSpc>
              <a:spcBef>
                <a:spcPct val="40000"/>
              </a:spcBef>
              <a:spcAft>
                <a:spcPct val="0"/>
              </a:spcAft>
              <a:buClr>
                <a:srgbClr val="04628C"/>
              </a:buClr>
              <a:buSzPct val="90000"/>
              <a:buFont typeface="Arial" charset="0"/>
              <a:buChar char="•"/>
              <a:defRPr lang="en-US" sz="2800" baseline="0" dirty="0" smtClean="0">
                <a:solidFill>
                  <a:srgbClr val="C0C0C0"/>
                </a:solidFill>
                <a:latin typeface="+mn-lt"/>
                <a:ea typeface="Calibri" pitchFamily="34" charset="0"/>
                <a:cs typeface="Calibri" pitchFamily="34" charset="0"/>
              </a:defRPr>
            </a:lvl1pPr>
            <a:lvl2pPr marL="400050" indent="0">
              <a:buClr>
                <a:srgbClr val="04628C"/>
              </a:buClr>
              <a:buFontTx/>
              <a:buNone/>
              <a:defRPr/>
            </a:lvl2pPr>
            <a:lvl3pPr marL="742950" indent="0">
              <a:buClr>
                <a:srgbClr val="04628C"/>
              </a:buClr>
              <a:buFontTx/>
              <a:buNone/>
              <a:defRPr/>
            </a:lvl3pPr>
            <a:lvl4pPr marL="1084263" indent="0">
              <a:buClr>
                <a:srgbClr val="04628C"/>
              </a:buClr>
              <a:buFontTx/>
              <a:buNone/>
              <a:defRPr/>
            </a:lvl4pPr>
            <a:lvl5pPr>
              <a:buClr>
                <a:srgbClr val="04628C"/>
              </a:buClr>
              <a:buFont typeface="Calibri" pitchFamily="34" charset="0"/>
              <a:buChar char="-"/>
              <a:defRPr/>
            </a:lvl5pPr>
          </a:lstStyle>
          <a:p>
            <a:pPr lvl="0"/>
            <a:r>
              <a:rPr lang="en-US" dirty="0"/>
              <a:t>Topic 01 (Current topic = black font color)</a:t>
            </a:r>
          </a:p>
          <a:p>
            <a:pPr lvl="0"/>
            <a:r>
              <a:rPr lang="en-US" dirty="0"/>
              <a:t>Topic 02</a:t>
            </a:r>
          </a:p>
          <a:p>
            <a:pPr lvl="0"/>
            <a:r>
              <a:rPr lang="en-US" dirty="0"/>
              <a:t>Topic 03</a:t>
            </a:r>
          </a:p>
          <a:p>
            <a:pPr lvl="0"/>
            <a:r>
              <a:rPr lang="en-US" dirty="0"/>
              <a:t>Topic 04</a:t>
            </a:r>
          </a:p>
          <a:p>
            <a:pPr lvl="0"/>
            <a:endParaRPr lang="en-US" dirty="0"/>
          </a:p>
        </p:txBody>
      </p:sp>
      <p:sp>
        <p:nvSpPr>
          <p:cNvPr id="5"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outline</a:t>
            </a:r>
          </a:p>
        </p:txBody>
      </p:sp>
      <p:sp>
        <p:nvSpPr>
          <p:cNvPr id="6" name="txt Title Fixed"/>
          <p:cNvSpPr txBox="1">
            <a:spLocks noChangeArrowheads="1"/>
          </p:cNvSpPr>
          <p:nvPr userDrawn="1"/>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outline</a:t>
            </a:r>
          </a:p>
        </p:txBody>
      </p:sp>
    </p:spTree>
    <p:extLst>
      <p:ext uri="{BB962C8B-B14F-4D97-AF65-F5344CB8AC3E}">
        <p14:creationId xmlns:p14="http://schemas.microsoft.com/office/powerpoint/2010/main" val="1370566639"/>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Righ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4" name="txt Right Col Content"/>
          <p:cNvSpPr>
            <a:spLocks noGrp="1"/>
          </p:cNvSpPr>
          <p:nvPr>
            <p:ph sz="half" idx="2"/>
          </p:nvPr>
        </p:nvSpPr>
        <p:spPr>
          <a:xfrm>
            <a:off x="8229600" y="914400"/>
            <a:ext cx="3535680"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xt Bottom Content"/>
          <p:cNvSpPr>
            <a:spLocks noGrp="1"/>
          </p:cNvSpPr>
          <p:nvPr>
            <p:ph idx="10"/>
          </p:nvPr>
        </p:nvSpPr>
        <p:spPr>
          <a:xfrm>
            <a:off x="694944" y="4572000"/>
            <a:ext cx="1109472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409623783"/>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Right Small Column + Bottom">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4" name="txt Right Col Content"/>
          <p:cNvSpPr>
            <a:spLocks noGrp="1"/>
          </p:cNvSpPr>
          <p:nvPr>
            <p:ph sz="half" idx="2"/>
          </p:nvPr>
        </p:nvSpPr>
        <p:spPr>
          <a:xfrm>
            <a:off x="8229600" y="914400"/>
            <a:ext cx="3535680" cy="27432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xt Bottom Content"/>
          <p:cNvSpPr>
            <a:spLocks noGrp="1"/>
          </p:cNvSpPr>
          <p:nvPr>
            <p:ph idx="10"/>
          </p:nvPr>
        </p:nvSpPr>
        <p:spPr>
          <a:xfrm>
            <a:off x="694944" y="3657600"/>
            <a:ext cx="1109472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97995710"/>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Right Small Column + Top">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defRPr>
            </a:lvl1pPr>
          </a:lstStyle>
          <a:p>
            <a:r>
              <a:rPr lang="en-US"/>
              <a:t>Click to edit Master title style</a:t>
            </a:r>
            <a:endParaRPr lang="en-US" dirty="0"/>
          </a:p>
        </p:txBody>
      </p:sp>
      <p:sp>
        <p:nvSpPr>
          <p:cNvPr id="4" name="txt Right Col Content"/>
          <p:cNvSpPr>
            <a:spLocks noGrp="1"/>
          </p:cNvSpPr>
          <p:nvPr>
            <p:ph sz="half" idx="2"/>
          </p:nvPr>
        </p:nvSpPr>
        <p:spPr>
          <a:xfrm>
            <a:off x="8229600" y="3657600"/>
            <a:ext cx="3535680" cy="27432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x Top Content"/>
          <p:cNvSpPr>
            <a:spLocks noGrp="1"/>
          </p:cNvSpPr>
          <p:nvPr>
            <p:ph idx="10"/>
          </p:nvPr>
        </p:nvSpPr>
        <p:spPr>
          <a:xfrm>
            <a:off x="694944" y="914400"/>
            <a:ext cx="1109472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840261398"/>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Right Small Column +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defRPr>
            </a:lvl1pPr>
          </a:lstStyle>
          <a:p>
            <a:r>
              <a:rPr lang="en-US"/>
              <a:t>Click to edit Master title style</a:t>
            </a:r>
            <a:endParaRPr lang="en-US" dirty="0"/>
          </a:p>
        </p:txBody>
      </p:sp>
      <p:sp>
        <p:nvSpPr>
          <p:cNvPr id="4" name="txt Right Col Content"/>
          <p:cNvSpPr>
            <a:spLocks noGrp="1"/>
          </p:cNvSpPr>
          <p:nvPr>
            <p:ph sz="half" idx="2"/>
          </p:nvPr>
        </p:nvSpPr>
        <p:spPr>
          <a:xfrm>
            <a:off x="8229600" y="2743200"/>
            <a:ext cx="3535680"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x Top Content"/>
          <p:cNvSpPr>
            <a:spLocks noGrp="1"/>
          </p:cNvSpPr>
          <p:nvPr>
            <p:ph idx="10"/>
          </p:nvPr>
        </p:nvSpPr>
        <p:spPr>
          <a:xfrm>
            <a:off x="694944" y="914400"/>
            <a:ext cx="1109472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513376759"/>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Lesson Objectives">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objectives</a:t>
            </a:r>
          </a:p>
        </p:txBody>
      </p:sp>
      <p:sp>
        <p:nvSpPr>
          <p:cNvPr id="5" name="txt Print Instructions Fixed"/>
          <p:cNvSpPr>
            <a:spLocks noChangeArrowheads="1"/>
          </p:cNvSpPr>
          <p:nvPr/>
        </p:nvSpPr>
        <p:spPr bwMode="auto">
          <a:xfrm>
            <a:off x="711200" y="5791200"/>
            <a:ext cx="11074400" cy="997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p>
            <a:pPr marL="0" lvl="1" indent="0">
              <a:spcBef>
                <a:spcPct val="20000"/>
              </a:spcBef>
              <a:buSzPct val="90000"/>
              <a:buFont typeface="Wingdings 2" pitchFamily="18" charset="2"/>
              <a:buNone/>
            </a:pPr>
            <a:r>
              <a:rPr lang="en-US" sz="1600" b="0" dirty="0">
                <a:solidFill>
                  <a:schemeClr val="accent1"/>
                </a:solidFill>
              </a:rPr>
              <a:t>This lesson uses the notes section for additional explanation and information.</a:t>
            </a:r>
            <a:r>
              <a:rPr lang="en-US" sz="1600" dirty="0">
                <a:solidFill>
                  <a:schemeClr val="accent1"/>
                </a:solidFill>
              </a:rPr>
              <a:t> </a:t>
            </a:r>
            <a:br>
              <a:rPr lang="en-US" sz="1600" dirty="0">
                <a:solidFill>
                  <a:schemeClr val="accent1"/>
                </a:solidFill>
              </a:rPr>
            </a:br>
            <a:r>
              <a:rPr lang="en-US" sz="1600" b="0" dirty="0">
                <a:solidFill>
                  <a:schemeClr val="accent1"/>
                </a:solidFill>
              </a:rPr>
              <a:t>To view the notes in PowerPoint, select View </a:t>
            </a:r>
            <a:r>
              <a:rPr lang="en-US" sz="1600" b="0" dirty="0">
                <a:solidFill>
                  <a:schemeClr val="accent1"/>
                </a:solidFill>
                <a:sym typeface="Wingdings" pitchFamily="2" charset="2"/>
              </a:rPr>
              <a:t> Normal or </a:t>
            </a:r>
            <a:r>
              <a:rPr lang="en-US" sz="1600" b="0" dirty="0">
                <a:solidFill>
                  <a:schemeClr val="accent1"/>
                </a:solidFill>
              </a:rPr>
              <a:t>View </a:t>
            </a:r>
            <a:r>
              <a:rPr lang="en-US" sz="1600" b="0" dirty="0">
                <a:solidFill>
                  <a:schemeClr val="accent1"/>
                </a:solidFill>
                <a:sym typeface="Wingdings" pitchFamily="2" charset="2"/>
              </a:rPr>
              <a:t> </a:t>
            </a:r>
            <a:r>
              <a:rPr lang="en-US" sz="1600" b="0" dirty="0">
                <a:solidFill>
                  <a:schemeClr val="accent1"/>
                </a:solidFill>
              </a:rPr>
              <a:t>Notes Page. </a:t>
            </a:r>
            <a:br>
              <a:rPr lang="en-US" sz="1600" b="0" dirty="0">
                <a:solidFill>
                  <a:schemeClr val="accent1"/>
                </a:solidFill>
              </a:rPr>
            </a:br>
            <a:r>
              <a:rPr lang="en-US" sz="1600" b="0" dirty="0">
                <a:solidFill>
                  <a:schemeClr val="accent1"/>
                </a:solidFill>
              </a:rPr>
              <a:t>When printing </a:t>
            </a:r>
            <a:r>
              <a:rPr lang="en-US" sz="1600" dirty="0">
                <a:solidFill>
                  <a:schemeClr val="accent1"/>
                </a:solidFill>
              </a:rPr>
              <a:t>notes, select Note Pages and</a:t>
            </a:r>
            <a:r>
              <a:rPr lang="en-US" sz="1600" baseline="0" dirty="0">
                <a:solidFill>
                  <a:schemeClr val="accent1"/>
                </a:solidFill>
              </a:rPr>
              <a:t> </a:t>
            </a:r>
            <a:r>
              <a:rPr lang="en-US" sz="1600" b="0" dirty="0">
                <a:solidFill>
                  <a:schemeClr val="accent1"/>
                </a:solidFill>
              </a:rPr>
              <a:t>Print hidden slides.</a:t>
            </a:r>
          </a:p>
          <a:p>
            <a:pPr lvl="1" algn="l">
              <a:spcBef>
                <a:spcPct val="20000"/>
              </a:spcBef>
              <a:buSzPct val="90000"/>
              <a:buFont typeface="Wingdings 2" pitchFamily="18" charset="2"/>
              <a:buNone/>
            </a:pPr>
            <a:endParaRPr lang="en-US" sz="1400" b="0" dirty="0">
              <a:solidFill>
                <a:srgbClr val="AA3704"/>
              </a:solidFill>
            </a:endParaRPr>
          </a:p>
        </p:txBody>
      </p:sp>
      <p:sp>
        <p:nvSpPr>
          <p:cNvPr id="9" name="txt Content Fixed"/>
          <p:cNvSpPr/>
          <p:nvPr/>
        </p:nvSpPr>
        <p:spPr>
          <a:xfrm>
            <a:off x="694944" y="914400"/>
            <a:ext cx="1109472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a:solidFill>
                  <a:schemeClr val="bg1"/>
                </a:solidFill>
                <a:ea typeface="Calibri" pitchFamily="34" charset="0"/>
                <a:cs typeface="Calibri" pitchFamily="34" charset="0"/>
              </a:rPr>
              <a:t>By the end of this lesson, you should be able to:</a:t>
            </a:r>
          </a:p>
        </p:txBody>
      </p:sp>
      <p:sp>
        <p:nvSpPr>
          <p:cNvPr id="11" name="txt Content"/>
          <p:cNvSpPr>
            <a:spLocks noGrp="1"/>
          </p:cNvSpPr>
          <p:nvPr>
            <p:ph type="body" sz="quarter" idx="10" hasCustomPrompt="1"/>
          </p:nvPr>
        </p:nvSpPr>
        <p:spPr>
          <a:xfrm>
            <a:off x="694265" y="1344168"/>
            <a:ext cx="11094720" cy="4343400"/>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Identify…</a:t>
            </a:r>
          </a:p>
        </p:txBody>
      </p:sp>
    </p:spTree>
    <p:extLst>
      <p:ext uri="{BB962C8B-B14F-4D97-AF65-F5344CB8AC3E}">
        <p14:creationId xmlns:p14="http://schemas.microsoft.com/office/powerpoint/2010/main" val="795622096"/>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Lesson Objectives Review">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objectives review</a:t>
            </a:r>
          </a:p>
        </p:txBody>
      </p:sp>
      <p:sp>
        <p:nvSpPr>
          <p:cNvPr id="9" name="txt Content Fixed"/>
          <p:cNvSpPr/>
          <p:nvPr/>
        </p:nvSpPr>
        <p:spPr>
          <a:xfrm>
            <a:off x="694944" y="914400"/>
            <a:ext cx="1109472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a:solidFill>
                  <a:schemeClr val="bg1"/>
                </a:solidFill>
                <a:ea typeface="Calibri" pitchFamily="34" charset="0"/>
                <a:cs typeface="Calibri" pitchFamily="34" charset="0"/>
              </a:rPr>
              <a:t>You should now be able to:</a:t>
            </a:r>
          </a:p>
        </p:txBody>
      </p:sp>
      <p:sp>
        <p:nvSpPr>
          <p:cNvPr id="11" name="txt Content"/>
          <p:cNvSpPr>
            <a:spLocks noGrp="1"/>
          </p:cNvSpPr>
          <p:nvPr>
            <p:ph type="body" sz="quarter" idx="10" hasCustomPrompt="1"/>
          </p:nvPr>
        </p:nvSpPr>
        <p:spPr>
          <a:xfrm>
            <a:off x="694265" y="1344168"/>
            <a:ext cx="11094720" cy="5056632"/>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Identify…</a:t>
            </a:r>
          </a:p>
        </p:txBody>
      </p:sp>
    </p:spTree>
    <p:extLst>
      <p:ext uri="{BB962C8B-B14F-4D97-AF65-F5344CB8AC3E}">
        <p14:creationId xmlns:p14="http://schemas.microsoft.com/office/powerpoint/2010/main" val="1377342622"/>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Review Questions Standard">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Review</a:t>
            </a:r>
            <a:r>
              <a:rPr lang="en-US" sz="3200" dirty="0">
                <a:latin typeface="Arial" pitchFamily="34" charset="0"/>
                <a:cs typeface="Arial" pitchFamily="34" charset="0"/>
              </a:rPr>
              <a:t> questions</a:t>
            </a:r>
          </a:p>
        </p:txBody>
      </p:sp>
      <p:sp>
        <p:nvSpPr>
          <p:cNvPr id="3" name="txt Content"/>
          <p:cNvSpPr>
            <a:spLocks noGrp="1"/>
          </p:cNvSpPr>
          <p:nvPr>
            <p:ph idx="1" hasCustomPrompt="1"/>
          </p:nvPr>
        </p:nvSpPr>
        <p:spPr>
          <a:xfrm>
            <a:off x="692151" y="914400"/>
            <a:ext cx="11091333" cy="54864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sz="2400" baseline="0">
                <a:solidFill>
                  <a:schemeClr val="bg1"/>
                </a:solidFill>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a:t>Question…?</a:t>
            </a:r>
          </a:p>
          <a:p>
            <a:pPr lvl="0"/>
            <a:r>
              <a:rPr lang="en-US" dirty="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a:t>Question…?</a:t>
            </a:r>
          </a:p>
          <a:p>
            <a:pPr lvl="0"/>
            <a:endParaRPr lang="en-US" dirty="0"/>
          </a:p>
        </p:txBody>
      </p:sp>
      <p:sp>
        <p:nvSpPr>
          <p:cNvPr id="4" name="txt Title Fixed"/>
          <p:cNvSpPr txBox="1">
            <a:spLocks noChangeArrowheads="1"/>
          </p:cNvSpPr>
          <p:nvPr userDrawn="1"/>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Review</a:t>
            </a:r>
            <a:r>
              <a:rPr lang="en-US" sz="3200" dirty="0">
                <a:latin typeface="Arial" pitchFamily="34" charset="0"/>
                <a:cs typeface="Arial" pitchFamily="34" charset="0"/>
              </a:rPr>
              <a:t> questions</a:t>
            </a:r>
          </a:p>
        </p:txBody>
      </p:sp>
    </p:spTree>
    <p:extLst>
      <p:ext uri="{BB962C8B-B14F-4D97-AF65-F5344CB8AC3E}">
        <p14:creationId xmlns:p14="http://schemas.microsoft.com/office/powerpoint/2010/main" val="4292018842"/>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Review Questions True False">
    <p:spTree>
      <p:nvGrpSpPr>
        <p:cNvPr id="1" name=""/>
        <p:cNvGrpSpPr/>
        <p:nvPr/>
      </p:nvGrpSpPr>
      <p:grpSpPr>
        <a:xfrm>
          <a:off x="0" y="0"/>
          <a:ext cx="0" cy="0"/>
          <a:chOff x="0" y="0"/>
          <a:chExt cx="0" cy="0"/>
        </a:xfrm>
      </p:grpSpPr>
      <p:sp>
        <p:nvSpPr>
          <p:cNvPr id="6"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Review</a:t>
            </a:r>
            <a:r>
              <a:rPr lang="en-US" sz="3200" dirty="0">
                <a:latin typeface="+mj-lt"/>
              </a:rPr>
              <a:t> questions</a:t>
            </a:r>
          </a:p>
        </p:txBody>
      </p:sp>
      <p:sp>
        <p:nvSpPr>
          <p:cNvPr id="7" name="txt Content Fixed"/>
          <p:cNvSpPr/>
          <p:nvPr/>
        </p:nvSpPr>
        <p:spPr>
          <a:xfrm>
            <a:off x="694944" y="914400"/>
            <a:ext cx="1109472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lvl="0" indent="0" eaLnBrk="0" fontAlgn="base" hangingPunct="0">
              <a:spcBef>
                <a:spcPct val="40000"/>
              </a:spcBef>
              <a:spcAft>
                <a:spcPct val="0"/>
              </a:spcAft>
              <a:buClr>
                <a:srgbClr val="04628C"/>
              </a:buClr>
              <a:buSzPct val="90000"/>
              <a:buFont typeface="Arial" pitchFamily="34" charset="0"/>
              <a:buNone/>
            </a:pPr>
            <a:r>
              <a:rPr lang="en-US" sz="2400" dirty="0">
                <a:solidFill>
                  <a:schemeClr val="bg1"/>
                </a:solidFill>
                <a:ea typeface="Calibri" pitchFamily="34" charset="0"/>
                <a:cs typeface="Calibri" pitchFamily="34" charset="0"/>
              </a:rPr>
              <a:t>Identify if each question is true or false:</a:t>
            </a:r>
          </a:p>
          <a:p>
            <a:pPr marL="0" lvl="0" indent="0" eaLnBrk="0" fontAlgn="base" hangingPunct="0">
              <a:spcBef>
                <a:spcPct val="40000"/>
              </a:spcBef>
              <a:spcAft>
                <a:spcPct val="0"/>
              </a:spcAft>
              <a:buClr>
                <a:srgbClr val="04628C"/>
              </a:buClr>
              <a:buSzPct val="90000"/>
              <a:buFont typeface="Arial" pitchFamily="34" charset="0"/>
              <a:buNone/>
            </a:pPr>
            <a:endParaRPr lang="en-US" sz="2400" dirty="0">
              <a:solidFill>
                <a:schemeClr val="bg1"/>
              </a:solidFill>
              <a:ea typeface="Calibri" pitchFamily="34" charset="0"/>
              <a:cs typeface="Calibri" pitchFamily="34" charset="0"/>
            </a:endParaRPr>
          </a:p>
        </p:txBody>
      </p:sp>
      <p:sp>
        <p:nvSpPr>
          <p:cNvPr id="3" name="txt Content"/>
          <p:cNvSpPr>
            <a:spLocks noGrp="1"/>
          </p:cNvSpPr>
          <p:nvPr>
            <p:ph idx="1" hasCustomPrompt="1"/>
          </p:nvPr>
        </p:nvSpPr>
        <p:spPr>
          <a:xfrm>
            <a:off x="692151" y="1447800"/>
            <a:ext cx="11091333" cy="49530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baseline="0"/>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a:t>Statement.</a:t>
            </a:r>
          </a:p>
          <a:p>
            <a:pPr lvl="0"/>
            <a:r>
              <a:rPr lang="en-US" dirty="0"/>
              <a:t>Statement.</a:t>
            </a:r>
          </a:p>
          <a:p>
            <a:pPr lvl="0"/>
            <a:r>
              <a:rPr lang="en-US" dirty="0"/>
              <a:t>Statement.</a:t>
            </a:r>
          </a:p>
          <a:p>
            <a:pPr lvl="0"/>
            <a:r>
              <a:rPr lang="en-US" dirty="0"/>
              <a:t>Statement.</a:t>
            </a:r>
          </a:p>
        </p:txBody>
      </p:sp>
    </p:spTree>
    <p:extLst>
      <p:ext uri="{BB962C8B-B14F-4D97-AF65-F5344CB8AC3E}">
        <p14:creationId xmlns:p14="http://schemas.microsoft.com/office/powerpoint/2010/main" val="2696677930"/>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userDrawn="1">
  <p:cSld name="2_White Cover + Client Logo_Single">
    <p:spTree>
      <p:nvGrpSpPr>
        <p:cNvPr id="1" name=""/>
        <p:cNvGrpSpPr/>
        <p:nvPr/>
      </p:nvGrpSpPr>
      <p:grpSpPr>
        <a:xfrm>
          <a:off x="0" y="0"/>
          <a:ext cx="0" cy="0"/>
          <a:chOff x="0" y="0"/>
          <a:chExt cx="0" cy="0"/>
        </a:xfrm>
      </p:grpSpPr>
      <p:pic>
        <p:nvPicPr>
          <p:cNvPr id="19" name="Picture 18" descr="A close up of a sign&#10;&#10;Description automatically generated">
            <a:extLst>
              <a:ext uri="{FF2B5EF4-FFF2-40B4-BE49-F238E27FC236}">
                <a16:creationId xmlns:a16="http://schemas.microsoft.com/office/drawing/2014/main" id="{729CBCB3-DFC4-6A43-9125-F8D01C1DBC97}"/>
              </a:ext>
            </a:extLst>
          </p:cNvPr>
          <p:cNvPicPr>
            <a:picLocks noChangeAspect="1"/>
          </p:cNvPicPr>
          <p:nvPr/>
        </p:nvPicPr>
        <p:blipFill>
          <a:blip r:embed="rId2"/>
          <a:stretch>
            <a:fillRect/>
          </a:stretch>
        </p:blipFill>
        <p:spPr>
          <a:xfrm>
            <a:off x="175944" y="106136"/>
            <a:ext cx="4316545" cy="1562623"/>
          </a:xfrm>
          <a:prstGeom prst="rect">
            <a:avLst/>
          </a:prstGeom>
        </p:spPr>
      </p:pic>
      <p:sp>
        <p:nvSpPr>
          <p:cNvPr id="20" name="Picture Placeholder 3">
            <a:extLst>
              <a:ext uri="{FF2B5EF4-FFF2-40B4-BE49-F238E27FC236}">
                <a16:creationId xmlns:a16="http://schemas.microsoft.com/office/drawing/2014/main" id="{DF24104C-8FB7-894E-951E-C148D518F3FB}"/>
              </a:ext>
            </a:extLst>
          </p:cNvPr>
          <p:cNvSpPr>
            <a:spLocks noGrp="1"/>
          </p:cNvSpPr>
          <p:nvPr>
            <p:ph type="pic" sz="quarter" idx="14" hasCustomPrompt="1"/>
          </p:nvPr>
        </p:nvSpPr>
        <p:spPr>
          <a:xfrm>
            <a:off x="4685351" y="408955"/>
            <a:ext cx="3703276" cy="819151"/>
          </a:xfrm>
          <a:noFill/>
        </p:spPr>
        <p:txBody>
          <a:bodyPr anchor="ctr" anchorCtr="0"/>
          <a:lstStyle>
            <a:lvl1pPr algn="ctr">
              <a:defRPr>
                <a:solidFill>
                  <a:schemeClr val="tx2">
                    <a:lumMod val="75000"/>
                    <a:lumOff val="25000"/>
                  </a:schemeClr>
                </a:solidFill>
              </a:defRPr>
            </a:lvl1pPr>
          </a:lstStyle>
          <a:p>
            <a:r>
              <a:rPr lang="en-US" dirty="0"/>
              <a:t>Insert Client or Partner Logo Here</a:t>
            </a:r>
          </a:p>
        </p:txBody>
      </p:sp>
      <p:sp>
        <p:nvSpPr>
          <p:cNvPr id="13" name="Title 1">
            <a:extLst>
              <a:ext uri="{FF2B5EF4-FFF2-40B4-BE49-F238E27FC236}">
                <a16:creationId xmlns:a16="http://schemas.microsoft.com/office/drawing/2014/main" id="{05470BAA-EBF9-104C-B584-E602EA7C40D9}"/>
              </a:ext>
            </a:extLst>
          </p:cNvPr>
          <p:cNvSpPr>
            <a:spLocks noGrp="1"/>
          </p:cNvSpPr>
          <p:nvPr>
            <p:ph type="ctrTitle" hasCustomPrompt="1"/>
          </p:nvPr>
        </p:nvSpPr>
        <p:spPr bwMode="white">
          <a:xfrm>
            <a:off x="552219" y="2543354"/>
            <a:ext cx="11131783" cy="553998"/>
          </a:xfrm>
        </p:spPr>
        <p:txBody>
          <a:bodyPr wrap="square" anchor="ctr" anchorCtr="0">
            <a:spAutoFit/>
          </a:bodyPr>
          <a:lstStyle>
            <a:lvl1pPr algn="l">
              <a:defRPr sz="4000" b="1" i="0">
                <a:solidFill>
                  <a:schemeClr val="accent2"/>
                </a:solidFill>
                <a:latin typeface="Arial" panose="020B0604020202020204" pitchFamily="34" charset="0"/>
                <a:cs typeface="Arial" panose="020B0604020202020204" pitchFamily="34" charset="0"/>
              </a:defRPr>
            </a:lvl1pPr>
          </a:lstStyle>
          <a:p>
            <a:pPr lvl="0"/>
            <a:r>
              <a:rPr lang="en-US" dirty="0"/>
              <a:t>Single Line Title Here</a:t>
            </a:r>
          </a:p>
        </p:txBody>
      </p:sp>
      <p:sp>
        <p:nvSpPr>
          <p:cNvPr id="16" name="Text Placeholder 6">
            <a:extLst>
              <a:ext uri="{FF2B5EF4-FFF2-40B4-BE49-F238E27FC236}">
                <a16:creationId xmlns:a16="http://schemas.microsoft.com/office/drawing/2014/main" id="{8691E4B0-6503-2048-9FDD-2EABA64EA67C}"/>
              </a:ext>
            </a:extLst>
          </p:cNvPr>
          <p:cNvSpPr>
            <a:spLocks noGrp="1"/>
          </p:cNvSpPr>
          <p:nvPr>
            <p:ph type="body" sz="quarter" idx="12" hasCustomPrompt="1"/>
          </p:nvPr>
        </p:nvSpPr>
        <p:spPr>
          <a:xfrm>
            <a:off x="552218" y="3269358"/>
            <a:ext cx="11103597" cy="541969"/>
          </a:xfrm>
        </p:spPr>
        <p:txBody>
          <a:bodyPr anchor="ctr" anchorCtr="0">
            <a:noAutofit/>
          </a:bodyPr>
          <a:lstStyle>
            <a:lvl1pPr marL="0" indent="0">
              <a:buFont typeface="Arial" panose="020B0604020202020204" pitchFamily="34" charset="0"/>
              <a:buNone/>
              <a:defRPr sz="2000">
                <a:solidFill>
                  <a:schemeClr val="accent2"/>
                </a:solidFill>
              </a:defRPr>
            </a:lvl1pPr>
            <a:lvl2pPr marL="0" indent="0">
              <a:buNone/>
              <a:defRPr>
                <a:solidFill>
                  <a:schemeClr val="bg2"/>
                </a:solidFill>
              </a:defRPr>
            </a:lvl2pPr>
            <a:lvl3pPr marL="228600" indent="0">
              <a:buNone/>
              <a:defRPr/>
            </a:lvl3pPr>
          </a:lstStyle>
          <a:p>
            <a:pPr lvl="0"/>
            <a:r>
              <a:rPr lang="en-US" dirty="0"/>
              <a:t>Speaker’s Full Name or Subtitle</a:t>
            </a:r>
          </a:p>
        </p:txBody>
      </p:sp>
      <p:sp>
        <p:nvSpPr>
          <p:cNvPr id="18" name="Footer Placeholder 8">
            <a:extLst>
              <a:ext uri="{FF2B5EF4-FFF2-40B4-BE49-F238E27FC236}">
                <a16:creationId xmlns:a16="http://schemas.microsoft.com/office/drawing/2014/main" id="{ECF9ED1D-DD1B-3C44-B499-54A9BDCDF3C8}"/>
              </a:ext>
            </a:extLst>
          </p:cNvPr>
          <p:cNvSpPr>
            <a:spLocks noGrp="1"/>
          </p:cNvSpPr>
          <p:nvPr>
            <p:ph type="ftr" sz="quarter" idx="3"/>
          </p:nvPr>
        </p:nvSpPr>
        <p:spPr>
          <a:xfrm>
            <a:off x="508000" y="6260550"/>
            <a:ext cx="6096000" cy="249655"/>
          </a:xfrm>
          <a:prstGeom prst="rect">
            <a:avLst/>
          </a:prstGeom>
        </p:spPr>
        <p:txBody>
          <a:bodyPr vert="horz" lIns="0" tIns="0" rIns="0" bIns="0" rtlCol="0" anchor="b" anchorCtr="0"/>
          <a:lstStyle>
            <a:lvl1pPr algn="l">
              <a:defRPr sz="800">
                <a:solidFill>
                  <a:schemeClr val="accent2"/>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r>
              <a:rPr lang="en-US" dirty="0"/>
              <a:t>\</a:t>
            </a:r>
          </a:p>
        </p:txBody>
      </p:sp>
    </p:spTree>
    <p:extLst>
      <p:ext uri="{BB962C8B-B14F-4D97-AF65-F5344CB8AC3E}">
        <p14:creationId xmlns:p14="http://schemas.microsoft.com/office/powerpoint/2010/main" val="178198063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cSld name="Thank You Slide + Partner Log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499B342-4542-7F44-B4EF-9314EC77E720}"/>
              </a:ext>
            </a:extLst>
          </p:cNvPr>
          <p:cNvSpPr>
            <a:spLocks noGrp="1"/>
          </p:cNvSpPr>
          <p:nvPr>
            <p:ph type="pic" sz="quarter" idx="13" hasCustomPrompt="1"/>
          </p:nvPr>
        </p:nvSpPr>
        <p:spPr>
          <a:xfrm>
            <a:off x="9267837" y="5616679"/>
            <a:ext cx="2416164" cy="819563"/>
          </a:xfrm>
        </p:spPr>
        <p:txBody>
          <a:bodyPr anchor="ctr" anchorCtr="0">
            <a:normAutofit/>
          </a:bodyPr>
          <a:lstStyle>
            <a:lvl1pPr algn="ctr">
              <a:defRPr sz="1600"/>
            </a:lvl1pPr>
          </a:lstStyle>
          <a:p>
            <a:r>
              <a:rPr lang="en-US" dirty="0"/>
              <a:t>Client/Partner Logo Here</a:t>
            </a:r>
          </a:p>
        </p:txBody>
      </p:sp>
      <p:pic>
        <p:nvPicPr>
          <p:cNvPr id="12" name="Picture 11" descr="A close up of a sign&#10;&#10;Description automatically generated">
            <a:extLst>
              <a:ext uri="{FF2B5EF4-FFF2-40B4-BE49-F238E27FC236}">
                <a16:creationId xmlns:a16="http://schemas.microsoft.com/office/drawing/2014/main" id="{1E3CF8DA-271C-CB40-9A53-7C2CBDDD591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692316" y="5486401"/>
            <a:ext cx="3346032" cy="1211287"/>
          </a:xfrm>
          <a:prstGeom prst="rect">
            <a:avLst/>
          </a:prstGeom>
        </p:spPr>
      </p:pic>
      <p:sp>
        <p:nvSpPr>
          <p:cNvPr id="14" name="Text Placeholder 4">
            <a:extLst>
              <a:ext uri="{FF2B5EF4-FFF2-40B4-BE49-F238E27FC236}">
                <a16:creationId xmlns:a16="http://schemas.microsoft.com/office/drawing/2014/main" id="{8002238E-5B2E-B247-94DB-4A3ABA560FAF}"/>
              </a:ext>
            </a:extLst>
          </p:cNvPr>
          <p:cNvSpPr>
            <a:spLocks noGrp="1"/>
          </p:cNvSpPr>
          <p:nvPr>
            <p:ph type="body" sz="quarter" idx="11" hasCustomPrompt="1"/>
          </p:nvPr>
        </p:nvSpPr>
        <p:spPr>
          <a:xfrm>
            <a:off x="522177" y="3606065"/>
            <a:ext cx="10943344" cy="492443"/>
          </a:xfrm>
        </p:spPr>
        <p:txBody>
          <a:bodyPr wrap="square" anchor="ctr" anchorCtr="0">
            <a:spAutoFit/>
          </a:bodyPr>
          <a:lstStyle>
            <a:lvl1pPr algn="l">
              <a:defRPr sz="3200" b="0">
                <a:solidFill>
                  <a:schemeClr val="accent2"/>
                </a:solidFill>
              </a:defRPr>
            </a:lvl1pPr>
          </a:lstStyle>
          <a:p>
            <a:pPr lvl="0"/>
            <a:r>
              <a:rPr lang="en-US" dirty="0"/>
              <a:t>Name and Title</a:t>
            </a:r>
          </a:p>
        </p:txBody>
      </p:sp>
      <p:sp>
        <p:nvSpPr>
          <p:cNvPr id="15" name="Text Placeholder 4">
            <a:extLst>
              <a:ext uri="{FF2B5EF4-FFF2-40B4-BE49-F238E27FC236}">
                <a16:creationId xmlns:a16="http://schemas.microsoft.com/office/drawing/2014/main" id="{B3660F06-908D-324A-9D22-12DB921A123B}"/>
              </a:ext>
            </a:extLst>
          </p:cNvPr>
          <p:cNvSpPr>
            <a:spLocks noGrp="1"/>
          </p:cNvSpPr>
          <p:nvPr>
            <p:ph type="body" sz="quarter" idx="12" hasCustomPrompt="1"/>
          </p:nvPr>
        </p:nvSpPr>
        <p:spPr>
          <a:xfrm>
            <a:off x="522177" y="4196906"/>
            <a:ext cx="10943344" cy="369332"/>
          </a:xfrm>
        </p:spPr>
        <p:txBody>
          <a:bodyPr wrap="square" anchor="ctr" anchorCtr="0">
            <a:spAutoFit/>
          </a:bodyPr>
          <a:lstStyle>
            <a:lvl1pPr algn="l">
              <a:defRPr sz="2400" b="0">
                <a:solidFill>
                  <a:schemeClr val="accent4"/>
                </a:solidFill>
              </a:defRPr>
            </a:lvl1pPr>
          </a:lstStyle>
          <a:p>
            <a:pPr lvl="0"/>
            <a:r>
              <a:rPr lang="en-US" dirty="0"/>
              <a:t>Contact Information</a:t>
            </a:r>
          </a:p>
        </p:txBody>
      </p:sp>
      <p:sp>
        <p:nvSpPr>
          <p:cNvPr id="16" name="Title 1">
            <a:extLst>
              <a:ext uri="{FF2B5EF4-FFF2-40B4-BE49-F238E27FC236}">
                <a16:creationId xmlns:a16="http://schemas.microsoft.com/office/drawing/2014/main" id="{3E5196DC-63C2-DC4C-9AD0-F8EA668BF41B}"/>
              </a:ext>
            </a:extLst>
          </p:cNvPr>
          <p:cNvSpPr>
            <a:spLocks noGrp="1"/>
          </p:cNvSpPr>
          <p:nvPr>
            <p:ph type="ctrTitle" hasCustomPrompt="1"/>
          </p:nvPr>
        </p:nvSpPr>
        <p:spPr bwMode="white">
          <a:xfrm>
            <a:off x="522178" y="2221185"/>
            <a:ext cx="5426268" cy="1107996"/>
          </a:xfrm>
        </p:spPr>
        <p:txBody>
          <a:bodyPr wrap="square" anchor="t" anchorCtr="0">
            <a:spAutoFit/>
          </a:bodyPr>
          <a:lstStyle>
            <a:lvl1pPr algn="l">
              <a:defRPr sz="8000" b="0" i="0">
                <a:solidFill>
                  <a:schemeClr val="accent2"/>
                </a:solidFill>
                <a:latin typeface="Arial" panose="020B0604020202020204" pitchFamily="34" charset="0"/>
                <a:cs typeface="Arial" panose="020B0604020202020204" pitchFamily="34" charset="0"/>
              </a:defRPr>
            </a:lvl1pPr>
          </a:lstStyle>
          <a:p>
            <a:pPr lvl="0"/>
            <a:r>
              <a:rPr lang="en-US" dirty="0"/>
              <a:t>Thank You</a:t>
            </a:r>
          </a:p>
        </p:txBody>
      </p:sp>
      <p:cxnSp>
        <p:nvCxnSpPr>
          <p:cNvPr id="17" name="Straight Connector 16">
            <a:extLst>
              <a:ext uri="{FF2B5EF4-FFF2-40B4-BE49-F238E27FC236}">
                <a16:creationId xmlns:a16="http://schemas.microsoft.com/office/drawing/2014/main" id="{616FDEC5-70F3-8242-B371-DE69C53DE33E}"/>
              </a:ext>
            </a:extLst>
          </p:cNvPr>
          <p:cNvCxnSpPr>
            <a:cxnSpLocks/>
          </p:cNvCxnSpPr>
          <p:nvPr/>
        </p:nvCxnSpPr>
        <p:spPr>
          <a:xfrm>
            <a:off x="522177" y="3391088"/>
            <a:ext cx="8961120" cy="0"/>
          </a:xfrm>
          <a:prstGeom prst="line">
            <a:avLst/>
          </a:prstGeom>
          <a:ln>
            <a:solidFill>
              <a:srgbClr val="2D66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494230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cSld name="Blank Slide">
    <p:spTree>
      <p:nvGrpSpPr>
        <p:cNvPr id="1" name=""/>
        <p:cNvGrpSpPr/>
        <p:nvPr/>
      </p:nvGrpSpPr>
      <p:grpSpPr>
        <a:xfrm>
          <a:off x="0" y="0"/>
          <a:ext cx="0" cy="0"/>
          <a:chOff x="0" y="0"/>
          <a:chExt cx="0" cy="0"/>
        </a:xfrm>
      </p:grpSpPr>
      <p:sp>
        <p:nvSpPr>
          <p:cNvPr id="7" name="Title Placeholder 6"/>
          <p:cNvSpPr>
            <a:spLocks noGrp="1"/>
          </p:cNvSpPr>
          <p:nvPr>
            <p:ph type="body" sz="quarter" idx="10"/>
          </p:nvPr>
        </p:nvSpPr>
        <p:spPr>
          <a:xfrm>
            <a:off x="938784" y="1133856"/>
            <a:ext cx="10302240" cy="4425696"/>
          </a:xfrm>
          <a:ln>
            <a:noFill/>
          </a:ln>
        </p:spPr>
        <p:txBody>
          <a:bodyPr lIns="91440" tIns="45720" rIns="91440" bIns="45720" anchor="t" anchorCtr="0">
            <a:noAutofit/>
          </a:bodyPr>
          <a:lstStyle>
            <a:lvl1pPr>
              <a:defRPr sz="5867">
                <a:solidFill>
                  <a:srgbClr val="0032A1"/>
                </a:solidFill>
                <a:latin typeface="+mn-lt"/>
              </a:defRPr>
            </a:lvl1pPr>
          </a:lstStyle>
          <a:p>
            <a:pPr lvl="0"/>
            <a:r>
              <a:rPr lang="en-US"/>
              <a:t>Edit Master text styles</a:t>
            </a:r>
          </a:p>
        </p:txBody>
      </p:sp>
    </p:spTree>
    <p:extLst>
      <p:ext uri="{BB962C8B-B14F-4D97-AF65-F5344CB8AC3E}">
        <p14:creationId xmlns:p14="http://schemas.microsoft.com/office/powerpoint/2010/main" val="124074055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027" name="txt Title"/>
          <p:cNvSpPr>
            <a:spLocks noGrp="1" noChangeArrowheads="1"/>
          </p:cNvSpPr>
          <p:nvPr>
            <p:ph type="title"/>
          </p:nvPr>
        </p:nvSpPr>
        <p:spPr bwMode="auto">
          <a:xfrm>
            <a:off x="658368" y="118873"/>
            <a:ext cx="1109472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dirty="0"/>
              <a:t>Click to edit Master title style</a:t>
            </a:r>
          </a:p>
        </p:txBody>
      </p:sp>
      <p:sp>
        <p:nvSpPr>
          <p:cNvPr id="1028" name="txt Content"/>
          <p:cNvSpPr>
            <a:spLocks noGrp="1" noChangeArrowheads="1"/>
          </p:cNvSpPr>
          <p:nvPr>
            <p:ph type="body" idx="1"/>
          </p:nvPr>
        </p:nvSpPr>
        <p:spPr bwMode="auto">
          <a:xfrm>
            <a:off x="694944" y="914400"/>
            <a:ext cx="1109472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dirty="0"/>
              <a:t>Click to edit Master text styles </a:t>
            </a:r>
          </a:p>
          <a:p>
            <a:pPr lvl="1"/>
            <a:r>
              <a:rPr lang="en-US" altLang="en-US" dirty="0"/>
              <a:t>Second level</a:t>
            </a:r>
          </a:p>
          <a:p>
            <a:pPr lvl="2"/>
            <a:r>
              <a:rPr lang="en-US" altLang="en-US" dirty="0"/>
              <a:t>Third level</a:t>
            </a:r>
          </a:p>
          <a:p>
            <a:pPr lvl="3"/>
            <a:r>
              <a:rPr lang="en-US" altLang="en-US" dirty="0"/>
              <a:t>Fourth level</a:t>
            </a:r>
          </a:p>
        </p:txBody>
      </p:sp>
      <p:sp>
        <p:nvSpPr>
          <p:cNvPr id="1127" name="txt Centered PageNumberBox"/>
          <p:cNvSpPr txBox="1">
            <a:spLocks noChangeArrowheads="1"/>
          </p:cNvSpPr>
          <p:nvPr/>
        </p:nvSpPr>
        <p:spPr bwMode="auto">
          <a:xfrm>
            <a:off x="5743154" y="6475147"/>
            <a:ext cx="692151" cy="227013"/>
          </a:xfrm>
          <a:prstGeom prst="rect">
            <a:avLst/>
          </a:prstGeom>
          <a:noFill/>
          <a:ln w="6350" algn="ctr">
            <a:noFill/>
            <a:miter lim="800000"/>
            <a:headEnd/>
            <a:tailEnd/>
          </a:ln>
          <a:effectLst/>
        </p:spPr>
        <p:txBody>
          <a:bodyPr lIns="0" tIns="0" rIns="0" bIns="0"/>
          <a:lstStyle/>
          <a:p>
            <a:pPr algn="ctr">
              <a:lnSpc>
                <a:spcPts val="1800"/>
              </a:lnSpc>
              <a:spcBef>
                <a:spcPts val="600"/>
              </a:spcBef>
              <a:buFont typeface="Wingdings" pitchFamily="2" charset="2"/>
              <a:buNone/>
              <a:defRPr/>
            </a:pPr>
            <a:fld id="{FABFFE1B-5FD5-480D-9A32-98AB62D1BF82}" type="slidenum">
              <a:rPr lang="en-US" sz="1200">
                <a:solidFill>
                  <a:srgbClr val="B2B2B2"/>
                </a:solidFill>
                <a:latin typeface="Arial" pitchFamily="34" charset="0"/>
                <a:cs typeface="Arial" pitchFamily="34" charset="0"/>
              </a:rPr>
              <a:pPr algn="ctr">
                <a:lnSpc>
                  <a:spcPts val="1800"/>
                </a:lnSpc>
                <a:spcBef>
                  <a:spcPts val="600"/>
                </a:spcBef>
                <a:buFont typeface="Wingdings" pitchFamily="2" charset="2"/>
                <a:buNone/>
                <a:defRPr/>
              </a:pPr>
              <a:t>‹#›</a:t>
            </a:fld>
            <a:r>
              <a:rPr lang="en-US" sz="1800" i="1" dirty="0">
                <a:solidFill>
                  <a:srgbClr val="B2B2B2"/>
                </a:solidFill>
                <a:cs typeface="Times New Roman" pitchFamily="18" charset="0"/>
              </a:rPr>
              <a:t> </a:t>
            </a:r>
          </a:p>
        </p:txBody>
      </p:sp>
    </p:spTree>
    <p:extLst>
      <p:ext uri="{BB962C8B-B14F-4D97-AF65-F5344CB8AC3E}">
        <p14:creationId xmlns:p14="http://schemas.microsoft.com/office/powerpoint/2010/main" val="338705985"/>
      </p:ext>
    </p:extLst>
  </p:cSld>
  <p:clrMap bg1="dk2" tx1="lt1" bg2="dk1" tx2="lt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5" r:id="rId12"/>
    <p:sldLayoutId id="2147483776" r:id="rId13"/>
    <p:sldLayoutId id="2147483777" r:id="rId14"/>
    <p:sldLayoutId id="2147483778" r:id="rId15"/>
    <p:sldLayoutId id="2147483779" r:id="rId16"/>
    <p:sldLayoutId id="2147483780" r:id="rId17"/>
    <p:sldLayoutId id="2147483781" r:id="rId18"/>
    <p:sldLayoutId id="2147483782" r:id="rId19"/>
    <p:sldLayoutId id="2147483783" r:id="rId20"/>
    <p:sldLayoutId id="2147483784" r:id="rId21"/>
    <p:sldLayoutId id="2147483785" r:id="rId22"/>
    <p:sldLayoutId id="2147483786" r:id="rId23"/>
    <p:sldLayoutId id="2147483787" r:id="rId24"/>
    <p:sldLayoutId id="2147483788" r:id="rId25"/>
    <p:sldLayoutId id="2147483789" r:id="rId26"/>
    <p:sldLayoutId id="2147483790" r:id="rId27"/>
    <p:sldLayoutId id="2147483791" r:id="rId28"/>
    <p:sldLayoutId id="2147483792" r:id="rId29"/>
    <p:sldLayoutId id="2147483793" r:id="rId30"/>
    <p:sldLayoutId id="2147483794" r:id="rId31"/>
    <p:sldLayoutId id="2147483795" r:id="rId32"/>
    <p:sldLayoutId id="2147483796" r:id="rId33"/>
    <p:sldLayoutId id="2147483797" r:id="rId34"/>
    <p:sldLayoutId id="2147483798" r:id="rId35"/>
    <p:sldLayoutId id="2147483799" r:id="rId36"/>
    <p:sldLayoutId id="2147483800" r:id="rId37"/>
    <p:sldLayoutId id="2147483801" r:id="rId38"/>
    <p:sldLayoutId id="2147483802" r:id="rId39"/>
    <p:sldLayoutId id="2147483804" r:id="rId40"/>
    <p:sldLayoutId id="2147483805" r:id="rId41"/>
    <p:sldLayoutId id="2147483807" r:id="rId42"/>
  </p:sldLayoutIdLst>
  <p:transition/>
  <p:txStyles>
    <p:title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p:titleStyle>
    <p:body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3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20.pn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8.xml"/></Relationships>
</file>

<file path=ppt/slides/_rels/slide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p:cNvPicPr>
            <a:picLocks noGrp="1" noChangeAspect="1"/>
          </p:cNvPicPr>
          <p:nvPr>
            <p:ph type="pic" sz="quarter" idx="14"/>
          </p:nvPr>
        </p:nvPicPr>
        <p:blipFill>
          <a:blip r:embed="rId2" cstate="print">
            <a:extLst>
              <a:ext uri="{28A0092B-C50C-407E-A947-70E740481C1C}">
                <a14:useLocalDpi xmlns:a14="http://schemas.microsoft.com/office/drawing/2010/main" val="0"/>
              </a:ext>
            </a:extLst>
          </a:blip>
          <a:srcRect t="30086" b="30086"/>
          <a:stretch>
            <a:fillRect/>
          </a:stretch>
        </p:blipFill>
        <p:spPr>
          <a:xfrm>
            <a:off x="5088272" y="370848"/>
            <a:ext cx="2777457" cy="819151"/>
          </a:xfrm>
        </p:spPr>
      </p:pic>
      <p:sp>
        <p:nvSpPr>
          <p:cNvPr id="3" name="Title 2"/>
          <p:cNvSpPr>
            <a:spLocks noGrp="1"/>
          </p:cNvSpPr>
          <p:nvPr>
            <p:ph type="ctrTitle"/>
          </p:nvPr>
        </p:nvSpPr>
        <p:spPr>
          <a:xfrm>
            <a:off x="762000" y="2667000"/>
            <a:ext cx="8348837" cy="553998"/>
          </a:xfrm>
        </p:spPr>
        <p:txBody>
          <a:bodyPr/>
          <a:lstStyle/>
          <a:p>
            <a:r>
              <a:rPr lang="en-US" dirty="0">
                <a:solidFill>
                  <a:srgbClr val="04628C"/>
                </a:solidFill>
              </a:rPr>
              <a:t>InsuranceSuite 10 Integration</a:t>
            </a:r>
          </a:p>
        </p:txBody>
      </p:sp>
      <p:sp>
        <p:nvSpPr>
          <p:cNvPr id="6" name="Footer Placeholder 5"/>
          <p:cNvSpPr>
            <a:spLocks noGrp="1"/>
          </p:cNvSpPr>
          <p:nvPr>
            <p:ph type="ftr" sz="quarter" idx="3"/>
          </p:nvPr>
        </p:nvSpPr>
        <p:spPr/>
        <p:txBody>
          <a:bodyPr/>
          <a:lstStyle/>
          <a:p>
            <a:r>
              <a:rPr lang="en-US" dirty="0">
                <a:solidFill>
                  <a:srgbClr val="04628C"/>
                </a:solidFill>
              </a:rPr>
              <a:t>© 2020 Cognizant</a:t>
            </a:r>
          </a:p>
        </p:txBody>
      </p:sp>
      <p:sp>
        <p:nvSpPr>
          <p:cNvPr id="2" name="Rectangle 1"/>
          <p:cNvSpPr/>
          <p:nvPr/>
        </p:nvSpPr>
        <p:spPr>
          <a:xfrm>
            <a:off x="4310896" y="3244334"/>
            <a:ext cx="3570208" cy="369332"/>
          </a:xfrm>
          <a:prstGeom prst="rect">
            <a:avLst/>
          </a:prstGeom>
        </p:spPr>
        <p:txBody>
          <a:bodyPr wrap="none">
            <a:spAutoFit/>
          </a:bodyPr>
          <a:lstStyle/>
          <a:p>
            <a:r>
              <a:rPr lang="en-US" dirty="0"/>
              <a:t>InsuranceSuite 10 Fundamentals</a:t>
            </a:r>
          </a:p>
        </p:txBody>
      </p:sp>
      <p:sp>
        <p:nvSpPr>
          <p:cNvPr id="8" name="Title 2"/>
          <p:cNvSpPr txBox="1">
            <a:spLocks/>
          </p:cNvSpPr>
          <p:nvPr/>
        </p:nvSpPr>
        <p:spPr bwMode="white">
          <a:xfrm>
            <a:off x="1143000" y="5139999"/>
            <a:ext cx="8348837" cy="332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spAutoFit/>
          </a:bodyPr>
          <a:lstStyle>
            <a:lvl1pPr algn="l" rtl="0" eaLnBrk="1" fontAlgn="base" hangingPunct="1">
              <a:lnSpc>
                <a:spcPct val="90000"/>
              </a:lnSpc>
              <a:spcBef>
                <a:spcPct val="0"/>
              </a:spcBef>
              <a:spcAft>
                <a:spcPct val="0"/>
              </a:spcAft>
              <a:defRPr sz="4000" b="1" i="0">
                <a:solidFill>
                  <a:schemeClr val="accent2"/>
                </a:solidFill>
                <a:latin typeface="Arial" panose="020B0604020202020204" pitchFamily="34" charset="0"/>
                <a:ea typeface="Arial" pitchFamily="34" charset="0"/>
                <a:cs typeface="Arial" panose="020B0604020202020204"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2400" b="0" kern="0" dirty="0">
                <a:solidFill>
                  <a:srgbClr val="00B0F0"/>
                </a:solidFill>
              </a:rPr>
              <a:t>TRIGGERING MESSAGES</a:t>
            </a:r>
            <a:endParaRPr lang="en-US" sz="2400" b="0" dirty="0">
              <a:solidFill>
                <a:srgbClr val="00B0F0"/>
              </a:solidFill>
              <a:ea typeface="+mn-ea"/>
            </a:endParaRPr>
          </a:p>
        </p:txBody>
      </p:sp>
    </p:spTree>
    <p:extLst>
      <p:ext uri="{BB962C8B-B14F-4D97-AF65-F5344CB8AC3E}">
        <p14:creationId xmlns:p14="http://schemas.microsoft.com/office/powerpoint/2010/main" val="35155937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pPr lvl="1"/>
            <a:r>
              <a:rPr lang="en-US" dirty="0">
                <a:solidFill>
                  <a:srgbClr val="000000"/>
                </a:solidFill>
              </a:rPr>
              <a:t>Describe how event messages are triggered</a:t>
            </a:r>
          </a:p>
          <a:p>
            <a:pPr lvl="1"/>
            <a:r>
              <a:rPr lang="en-US" dirty="0">
                <a:solidFill>
                  <a:srgbClr val="000000"/>
                </a:solidFill>
              </a:rPr>
              <a:t>Create destinations and configure required fields</a:t>
            </a:r>
          </a:p>
          <a:p>
            <a:pPr lvl="1"/>
            <a:r>
              <a:rPr lang="en-US" dirty="0">
                <a:solidFill>
                  <a:srgbClr val="000000"/>
                </a:solidFill>
              </a:rPr>
              <a:t>Create messages in Event Fired rules</a:t>
            </a:r>
          </a:p>
          <a:p>
            <a:pPr lvl="1"/>
            <a:r>
              <a:rPr lang="en-US" dirty="0">
                <a:solidFill>
                  <a:srgbClr val="000000"/>
                </a:solidFill>
              </a:rPr>
              <a:t>Describe the role that message payloads play in messaging</a:t>
            </a:r>
          </a:p>
        </p:txBody>
      </p:sp>
    </p:spTree>
    <p:extLst>
      <p:ext uri="{BB962C8B-B14F-4D97-AF65-F5344CB8AC3E}">
        <p14:creationId xmlns:p14="http://schemas.microsoft.com/office/powerpoint/2010/main" val="428230578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solidFill>
                  <a:schemeClr val="bg1"/>
                </a:solidFill>
              </a:rPr>
              <a:t>Entities used to trigger messaging</a:t>
            </a:r>
          </a:p>
          <a:p>
            <a:r>
              <a:rPr lang="en-US" dirty="0"/>
              <a:t>Destinations</a:t>
            </a:r>
          </a:p>
          <a:p>
            <a:r>
              <a:rPr lang="en-US" dirty="0"/>
              <a:t>Event Fired rules</a:t>
            </a:r>
          </a:p>
          <a:p>
            <a:endParaRPr lang="en-US" dirty="0"/>
          </a:p>
        </p:txBody>
      </p:sp>
    </p:spTree>
    <p:extLst>
      <p:ext uri="{BB962C8B-B14F-4D97-AF65-F5344CB8AC3E}">
        <p14:creationId xmlns:p14="http://schemas.microsoft.com/office/powerpoint/2010/main" val="1732470899"/>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EventAware entity</a:t>
            </a:r>
          </a:p>
        </p:txBody>
      </p:sp>
      <p:sp>
        <p:nvSpPr>
          <p:cNvPr id="3" name="Content Placeholder 2"/>
          <p:cNvSpPr>
            <a:spLocks noGrp="1"/>
          </p:cNvSpPr>
          <p:nvPr>
            <p:ph idx="1"/>
          </p:nvPr>
        </p:nvSpPr>
        <p:spPr>
          <a:xfrm>
            <a:off x="658368" y="865835"/>
            <a:ext cx="5437632" cy="5538977"/>
          </a:xfrm>
        </p:spPr>
        <p:txBody>
          <a:bodyPr/>
          <a:lstStyle/>
          <a:p>
            <a:r>
              <a:rPr lang="en-US" sz="1800" dirty="0"/>
              <a:t>An </a:t>
            </a:r>
            <a:r>
              <a:rPr lang="en-US" sz="1800" b="1" dirty="0"/>
              <a:t>messaging event </a:t>
            </a:r>
            <a:r>
              <a:rPr lang="en-US" sz="1800" dirty="0"/>
              <a:t>often occurs when adding, changing or removing an instance of an </a:t>
            </a:r>
            <a:r>
              <a:rPr lang="en-US" sz="1800" dirty="0" err="1"/>
              <a:t>EventAware</a:t>
            </a:r>
            <a:r>
              <a:rPr lang="en-US" sz="1800" dirty="0"/>
              <a:t> entity</a:t>
            </a:r>
          </a:p>
          <a:p>
            <a:r>
              <a:rPr lang="en-US" sz="1800" dirty="0"/>
              <a:t>An </a:t>
            </a:r>
            <a:r>
              <a:rPr lang="en-US" sz="1800" b="1" dirty="0" err="1"/>
              <a:t>EventAware</a:t>
            </a:r>
            <a:r>
              <a:rPr lang="en-US" sz="1800" dirty="0"/>
              <a:t> entity delegates to </a:t>
            </a:r>
            <a:r>
              <a:rPr lang="en-US" sz="1800" dirty="0" err="1"/>
              <a:t>EventAware</a:t>
            </a:r>
            <a:r>
              <a:rPr lang="en-US" sz="1800" dirty="0"/>
              <a:t> delegate</a:t>
            </a:r>
          </a:p>
          <a:p>
            <a:pPr lvl="1">
              <a:buFont typeface="Arial" panose="020B0604020202020204" pitchFamily="34" charset="0"/>
              <a:buChar char="•"/>
            </a:pPr>
            <a:r>
              <a:rPr lang="en-US" sz="1800" dirty="0"/>
              <a:t>Configured by adding the </a:t>
            </a:r>
            <a:r>
              <a:rPr lang="en-US" sz="1800" b="1" dirty="0"/>
              <a:t>events</a:t>
            </a:r>
            <a:r>
              <a:rPr lang="en-US" sz="1800" dirty="0"/>
              <a:t> Element to the entity</a:t>
            </a:r>
          </a:p>
          <a:p>
            <a:pPr lvl="2">
              <a:buFont typeface="Arial" panose="020B0604020202020204" pitchFamily="34" charset="0"/>
              <a:buChar char="•"/>
            </a:pPr>
            <a:r>
              <a:rPr lang="en-US" dirty="0"/>
              <a:t>Implements the default set of messaging events: Added, Changed and Removed</a:t>
            </a:r>
          </a:p>
          <a:p>
            <a:pPr lvl="2">
              <a:buFont typeface="Arial" panose="020B0604020202020204" pitchFamily="34" charset="0"/>
              <a:buChar char="•"/>
            </a:pPr>
            <a:r>
              <a:rPr lang="en-US" dirty="0"/>
              <a:t>Naming convention</a:t>
            </a:r>
          </a:p>
          <a:p>
            <a:pPr lvl="3">
              <a:buFont typeface="Arial" panose="020B0604020202020204" pitchFamily="34" charset="0"/>
              <a:buChar char="•"/>
            </a:pPr>
            <a:r>
              <a:rPr lang="en-US" sz="1800" b="1" dirty="0"/>
              <a:t>&lt;</a:t>
            </a:r>
            <a:r>
              <a:rPr lang="en-US" sz="1800" b="1" dirty="0" err="1"/>
              <a:t>EventAwareEntityName</a:t>
            </a:r>
            <a:r>
              <a:rPr lang="en-US" sz="1800" b="1" dirty="0"/>
              <a:t>&gt;&lt;</a:t>
            </a:r>
            <a:r>
              <a:rPr lang="en-US" sz="1800" b="1" dirty="0" err="1"/>
              <a:t>ChangeType</a:t>
            </a:r>
            <a:r>
              <a:rPr lang="en-US" sz="1800" b="1" dirty="0"/>
              <a:t>&gt;</a:t>
            </a:r>
          </a:p>
          <a:p>
            <a:pPr lvl="1">
              <a:buFont typeface="Arial" panose="020B0604020202020204" pitchFamily="34" charset="0"/>
              <a:buChar char="•"/>
            </a:pPr>
            <a:r>
              <a:rPr lang="en-US" sz="1800" dirty="0"/>
              <a:t>Custom message events can be added</a:t>
            </a:r>
          </a:p>
          <a:p>
            <a:pPr lvl="2">
              <a:buFont typeface="Arial" panose="020B0604020202020204" pitchFamily="34" charset="0"/>
              <a:buChar char="•"/>
            </a:pPr>
            <a:r>
              <a:rPr lang="en-US" dirty="0"/>
              <a:t>Ex: Custom </a:t>
            </a:r>
            <a:r>
              <a:rPr lang="en-US" b="1" dirty="0" err="1"/>
              <a:t>BankAccountFlagged</a:t>
            </a:r>
            <a:r>
              <a:rPr lang="en-US" dirty="0"/>
              <a:t> message event added</a:t>
            </a:r>
          </a:p>
        </p:txBody>
      </p:sp>
      <p:pic>
        <p:nvPicPr>
          <p:cNvPr id="4" name="Picture 3"/>
          <p:cNvPicPr>
            <a:picLocks noChangeAspect="1"/>
          </p:cNvPicPr>
          <p:nvPr/>
        </p:nvPicPr>
        <p:blipFill>
          <a:blip r:embed="rId3"/>
          <a:stretch>
            <a:fillRect/>
          </a:stretch>
        </p:blipFill>
        <p:spPr>
          <a:xfrm>
            <a:off x="6096000" y="381000"/>
            <a:ext cx="5657088" cy="6105525"/>
          </a:xfrm>
          <a:prstGeom prst="rect">
            <a:avLst/>
          </a:prstGeom>
        </p:spPr>
      </p:pic>
    </p:spTree>
    <p:extLst>
      <p:ext uri="{BB962C8B-B14F-4D97-AF65-F5344CB8AC3E}">
        <p14:creationId xmlns:p14="http://schemas.microsoft.com/office/powerpoint/2010/main" val="1274878669"/>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MessageContext entity</a:t>
            </a:r>
          </a:p>
        </p:txBody>
      </p:sp>
      <p:sp>
        <p:nvSpPr>
          <p:cNvPr id="3" name="Content Placeholder 2"/>
          <p:cNvSpPr>
            <a:spLocks noGrp="1"/>
          </p:cNvSpPr>
          <p:nvPr>
            <p:ph idx="1"/>
          </p:nvPr>
        </p:nvSpPr>
        <p:spPr>
          <a:xfrm>
            <a:off x="658368" y="861823"/>
            <a:ext cx="5361432" cy="5386577"/>
          </a:xfrm>
        </p:spPr>
        <p:txBody>
          <a:bodyPr/>
          <a:lstStyle/>
          <a:p>
            <a:r>
              <a:rPr lang="en-US" dirty="0"/>
              <a:t>An internal, </a:t>
            </a:r>
            <a:r>
              <a:rPr lang="en-US" b="1" dirty="0"/>
              <a:t>non-persistent</a:t>
            </a:r>
            <a:r>
              <a:rPr lang="en-US" dirty="0"/>
              <a:t>, virtual entity</a:t>
            </a:r>
          </a:p>
          <a:p>
            <a:pPr lvl="1">
              <a:buFont typeface="Arial" panose="020B0604020202020204" pitchFamily="34" charset="0"/>
              <a:buChar char="•"/>
            </a:pPr>
            <a:r>
              <a:rPr lang="en-US" dirty="0"/>
              <a:t>Only used in </a:t>
            </a:r>
            <a:r>
              <a:rPr lang="en-US" b="1" dirty="0"/>
              <a:t>Event Fired</a:t>
            </a:r>
            <a:r>
              <a:rPr lang="en-US" dirty="0"/>
              <a:t> rules</a:t>
            </a:r>
          </a:p>
          <a:p>
            <a:r>
              <a:rPr lang="en-US" dirty="0"/>
              <a:t>Important fields</a:t>
            </a:r>
          </a:p>
          <a:p>
            <a:pPr lvl="1">
              <a:buFont typeface="Arial" panose="020B0604020202020204" pitchFamily="34" charset="0"/>
              <a:buChar char="•"/>
            </a:pPr>
            <a:r>
              <a:rPr lang="en-US" b="1" dirty="0" err="1"/>
              <a:t>DestID</a:t>
            </a:r>
            <a:endParaRPr lang="en-US" b="1" dirty="0"/>
          </a:p>
          <a:p>
            <a:pPr lvl="2">
              <a:buFont typeface="Arial" panose="020B0604020202020204" pitchFamily="34" charset="0"/>
              <a:buChar char="•"/>
            </a:pPr>
            <a:r>
              <a:rPr lang="en-US" dirty="0"/>
              <a:t>Identifies the subscribing destination</a:t>
            </a:r>
          </a:p>
          <a:p>
            <a:pPr lvl="1">
              <a:buFont typeface="Arial" panose="020B0604020202020204" pitchFamily="34" charset="0"/>
              <a:buChar char="•"/>
            </a:pPr>
            <a:r>
              <a:rPr lang="en-US" b="1" dirty="0" err="1"/>
              <a:t>EventName</a:t>
            </a:r>
            <a:endParaRPr lang="en-US" b="1" dirty="0"/>
          </a:p>
          <a:p>
            <a:pPr lvl="2">
              <a:buFont typeface="Arial" panose="020B0604020202020204" pitchFamily="34" charset="0"/>
              <a:buChar char="•"/>
            </a:pPr>
            <a:r>
              <a:rPr lang="en-US" dirty="0"/>
              <a:t>Identifies the name of the triggering event</a:t>
            </a:r>
          </a:p>
          <a:p>
            <a:pPr lvl="1">
              <a:buFont typeface="Arial" panose="020B0604020202020204" pitchFamily="34" charset="0"/>
              <a:buChar char="•"/>
            </a:pPr>
            <a:r>
              <a:rPr lang="en-US" b="1" dirty="0"/>
              <a:t>Root</a:t>
            </a:r>
            <a:endParaRPr lang="en-US" sz="1800" b="1" dirty="0"/>
          </a:p>
          <a:p>
            <a:pPr lvl="2">
              <a:buFont typeface="Arial" panose="020B0604020202020204" pitchFamily="34" charset="0"/>
              <a:buChar char="•"/>
            </a:pPr>
            <a:r>
              <a:rPr lang="en-US" dirty="0"/>
              <a:t>Can be used to reference data from the triggering entity</a:t>
            </a:r>
          </a:p>
          <a:p>
            <a:pPr lvl="2">
              <a:buFont typeface="Arial" panose="020B0604020202020204" pitchFamily="34" charset="0"/>
              <a:buChar char="•"/>
            </a:pPr>
            <a:r>
              <a:rPr lang="en-US" dirty="0"/>
              <a:t>Ex: </a:t>
            </a:r>
            <a:r>
              <a:rPr lang="en-US" b="1" dirty="0" err="1"/>
              <a:t>messageContext.Root</a:t>
            </a:r>
            <a:r>
              <a:rPr lang="en-US" b="1" dirty="0"/>
              <a:t> </a:t>
            </a:r>
            <a:r>
              <a:rPr lang="en-US" b="1" dirty="0" err="1"/>
              <a:t>typeis</a:t>
            </a:r>
            <a:r>
              <a:rPr lang="en-US" b="1" dirty="0"/>
              <a:t> </a:t>
            </a:r>
            <a:r>
              <a:rPr lang="en-US" b="1" dirty="0" err="1"/>
              <a:t>BankAccount</a:t>
            </a:r>
            <a:endParaRPr lang="en-US" b="1" dirty="0"/>
          </a:p>
        </p:txBody>
      </p:sp>
      <p:pic>
        <p:nvPicPr>
          <p:cNvPr id="5" name="Picture 4">
            <a:extLst>
              <a:ext uri="{FF2B5EF4-FFF2-40B4-BE49-F238E27FC236}">
                <a16:creationId xmlns:a16="http://schemas.microsoft.com/office/drawing/2014/main" id="{8EE81D95-0793-4CFC-821E-0BDBCA24D304}"/>
              </a:ext>
            </a:extLst>
          </p:cNvPr>
          <p:cNvPicPr>
            <a:picLocks noChangeAspect="1"/>
          </p:cNvPicPr>
          <p:nvPr/>
        </p:nvPicPr>
        <p:blipFill>
          <a:blip r:embed="rId3"/>
          <a:stretch>
            <a:fillRect/>
          </a:stretch>
        </p:blipFill>
        <p:spPr>
          <a:xfrm>
            <a:off x="7257288" y="861823"/>
            <a:ext cx="4495800" cy="3276600"/>
          </a:xfrm>
          <a:prstGeom prst="rect">
            <a:avLst/>
          </a:prstGeom>
        </p:spPr>
      </p:pic>
    </p:spTree>
    <p:extLst>
      <p:ext uri="{BB962C8B-B14F-4D97-AF65-F5344CB8AC3E}">
        <p14:creationId xmlns:p14="http://schemas.microsoft.com/office/powerpoint/2010/main" val="535994579"/>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Message entity</a:t>
            </a:r>
          </a:p>
        </p:txBody>
      </p:sp>
      <p:sp>
        <p:nvSpPr>
          <p:cNvPr id="5" name="Content Placeholder 4"/>
          <p:cNvSpPr>
            <a:spLocks noGrp="1"/>
          </p:cNvSpPr>
          <p:nvPr>
            <p:ph idx="10"/>
          </p:nvPr>
        </p:nvSpPr>
        <p:spPr>
          <a:xfrm>
            <a:off x="658368" y="914400"/>
            <a:ext cx="5437632" cy="5486400"/>
          </a:xfrm>
        </p:spPr>
        <p:txBody>
          <a:bodyPr/>
          <a:lstStyle/>
          <a:p>
            <a:r>
              <a:rPr lang="en-US" sz="2000" dirty="0"/>
              <a:t>An entity containing message details and payload to be sent to an external system</a:t>
            </a:r>
          </a:p>
          <a:p>
            <a:pPr lvl="1">
              <a:buFont typeface="Arial" panose="020B0604020202020204" pitchFamily="34" charset="0"/>
              <a:buChar char="•"/>
            </a:pPr>
            <a:r>
              <a:rPr lang="en-US" sz="1600" b="1" dirty="0" err="1"/>
              <a:t>DestinationID</a:t>
            </a:r>
            <a:endParaRPr lang="en-US" sz="1600" b="1" dirty="0"/>
          </a:p>
          <a:p>
            <a:pPr lvl="2">
              <a:buFont typeface="Arial" panose="020B0604020202020204" pitchFamily="34" charset="0"/>
              <a:buChar char="•"/>
            </a:pPr>
            <a:r>
              <a:rPr lang="en-US" sz="1600" dirty="0"/>
              <a:t>Identifies the subscribing destination</a:t>
            </a:r>
          </a:p>
          <a:p>
            <a:pPr lvl="1">
              <a:buFont typeface="Arial" panose="020B0604020202020204" pitchFamily="34" charset="0"/>
              <a:buChar char="•"/>
            </a:pPr>
            <a:r>
              <a:rPr lang="en-US" sz="1600" b="1" dirty="0" err="1"/>
              <a:t>EventName</a:t>
            </a:r>
            <a:endParaRPr lang="en-US" sz="1600" b="1" dirty="0"/>
          </a:p>
          <a:p>
            <a:pPr lvl="2">
              <a:buFont typeface="Arial" panose="020B0604020202020204" pitchFamily="34" charset="0"/>
              <a:buChar char="•"/>
            </a:pPr>
            <a:r>
              <a:rPr lang="en-US" sz="1600" dirty="0"/>
              <a:t>Identifies the name of the triggering event</a:t>
            </a:r>
          </a:p>
          <a:p>
            <a:pPr lvl="1">
              <a:buFont typeface="Arial" panose="020B0604020202020204" pitchFamily="34" charset="0"/>
              <a:buChar char="•"/>
            </a:pPr>
            <a:r>
              <a:rPr lang="en-US" sz="1600" b="1" dirty="0" err="1"/>
              <a:t>MessageRoot</a:t>
            </a:r>
            <a:endParaRPr lang="en-US" sz="1600" b="1" dirty="0"/>
          </a:p>
          <a:p>
            <a:pPr lvl="2">
              <a:buFont typeface="Arial" panose="020B0604020202020204" pitchFamily="34" charset="0"/>
              <a:buChar char="•"/>
            </a:pPr>
            <a:r>
              <a:rPr lang="en-US" sz="1600" dirty="0"/>
              <a:t>Is a pointer to the triggering event-aware entity instance</a:t>
            </a:r>
          </a:p>
          <a:p>
            <a:pPr lvl="1">
              <a:buFont typeface="Arial" panose="020B0604020202020204" pitchFamily="34" charset="0"/>
              <a:buChar char="•"/>
            </a:pPr>
            <a:r>
              <a:rPr lang="en-US" sz="1600" b="1" dirty="0"/>
              <a:t>Payload</a:t>
            </a:r>
          </a:p>
          <a:p>
            <a:pPr lvl="2">
              <a:buFont typeface="Arial" panose="020B0604020202020204" pitchFamily="34" charset="0"/>
              <a:buChar char="•"/>
            </a:pPr>
            <a:r>
              <a:rPr lang="en-US" sz="1600" dirty="0"/>
              <a:t>Holds the information to communicate</a:t>
            </a:r>
          </a:p>
          <a:p>
            <a:pPr lvl="1">
              <a:buFont typeface="Arial" panose="020B0604020202020204" pitchFamily="34" charset="0"/>
              <a:buChar char="•"/>
            </a:pPr>
            <a:r>
              <a:rPr lang="en-US" sz="1800" b="1" dirty="0" err="1"/>
              <a:t>SenderRefID</a:t>
            </a:r>
            <a:endParaRPr lang="en-US" sz="1800" b="1" dirty="0"/>
          </a:p>
          <a:p>
            <a:pPr lvl="2">
              <a:buFont typeface="Arial" panose="020B0604020202020204" pitchFamily="34" charset="0"/>
              <a:buChar char="•"/>
            </a:pPr>
            <a:r>
              <a:rPr lang="en-US" sz="1600" dirty="0"/>
              <a:t>Is a sender reference number typically set at message send time</a:t>
            </a:r>
          </a:p>
          <a:p>
            <a:pPr lvl="1">
              <a:buFont typeface="Arial" panose="020B0604020202020204" pitchFamily="34" charset="0"/>
              <a:buChar char="•"/>
            </a:pPr>
            <a:r>
              <a:rPr lang="en-US" sz="1800" b="1" dirty="0"/>
              <a:t>Status</a:t>
            </a:r>
          </a:p>
          <a:p>
            <a:pPr lvl="2">
              <a:buFont typeface="Arial" panose="020B0604020202020204" pitchFamily="34" charset="0"/>
              <a:buChar char="•"/>
            </a:pPr>
            <a:r>
              <a:rPr lang="en-US" sz="1600" dirty="0"/>
              <a:t>Message status pending and errored messages</a:t>
            </a:r>
          </a:p>
        </p:txBody>
      </p:sp>
      <p:pic>
        <p:nvPicPr>
          <p:cNvPr id="6" name="Picture 5">
            <a:extLst>
              <a:ext uri="{FF2B5EF4-FFF2-40B4-BE49-F238E27FC236}">
                <a16:creationId xmlns:a16="http://schemas.microsoft.com/office/drawing/2014/main" id="{326222CF-3DDA-4AAD-B541-C6B214A77DDA}"/>
              </a:ext>
            </a:extLst>
          </p:cNvPr>
          <p:cNvPicPr>
            <a:picLocks noChangeAspect="1"/>
          </p:cNvPicPr>
          <p:nvPr/>
        </p:nvPicPr>
        <p:blipFill>
          <a:blip r:embed="rId3"/>
          <a:stretch>
            <a:fillRect/>
          </a:stretch>
        </p:blipFill>
        <p:spPr>
          <a:xfrm>
            <a:off x="7218818" y="861823"/>
            <a:ext cx="4534270" cy="5538977"/>
          </a:xfrm>
          <a:prstGeom prst="rect">
            <a:avLst/>
          </a:prstGeom>
        </p:spPr>
      </p:pic>
    </p:spTree>
    <p:extLst>
      <p:ext uri="{BB962C8B-B14F-4D97-AF65-F5344CB8AC3E}">
        <p14:creationId xmlns:p14="http://schemas.microsoft.com/office/powerpoint/2010/main" val="794177322"/>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Message History entity</a:t>
            </a:r>
          </a:p>
        </p:txBody>
      </p:sp>
      <p:sp>
        <p:nvSpPr>
          <p:cNvPr id="5" name="Content Placeholder 4"/>
          <p:cNvSpPr>
            <a:spLocks noGrp="1"/>
          </p:cNvSpPr>
          <p:nvPr>
            <p:ph idx="10"/>
          </p:nvPr>
        </p:nvSpPr>
        <p:spPr>
          <a:xfrm>
            <a:off x="658368" y="914400"/>
            <a:ext cx="5437632" cy="5486400"/>
          </a:xfrm>
        </p:spPr>
        <p:txBody>
          <a:bodyPr/>
          <a:lstStyle/>
          <a:p>
            <a:r>
              <a:rPr lang="en-US" sz="2000" dirty="0"/>
              <a:t>An entity containing message history details</a:t>
            </a:r>
          </a:p>
          <a:p>
            <a:pPr lvl="1">
              <a:buFont typeface="Arial" panose="020B0604020202020204" pitchFamily="34" charset="0"/>
              <a:buChar char="•"/>
            </a:pPr>
            <a:r>
              <a:rPr lang="en-US" sz="1600" b="1" dirty="0" err="1"/>
              <a:t>DestinationID</a:t>
            </a:r>
            <a:endParaRPr lang="en-US" sz="1600" b="1" dirty="0"/>
          </a:p>
          <a:p>
            <a:pPr lvl="2">
              <a:buFont typeface="Arial" panose="020B0604020202020204" pitchFamily="34" charset="0"/>
              <a:buChar char="•"/>
            </a:pPr>
            <a:r>
              <a:rPr lang="en-US" sz="1600" dirty="0"/>
              <a:t>Identifies the subscribing destination</a:t>
            </a:r>
          </a:p>
          <a:p>
            <a:pPr lvl="1">
              <a:buFont typeface="Arial" panose="020B0604020202020204" pitchFamily="34" charset="0"/>
              <a:buChar char="•"/>
            </a:pPr>
            <a:r>
              <a:rPr lang="en-US" sz="1800" b="1" dirty="0" err="1"/>
              <a:t>DuplicateCount</a:t>
            </a:r>
            <a:endParaRPr lang="en-US" sz="1800" b="1" dirty="0"/>
          </a:p>
          <a:p>
            <a:pPr lvl="2">
              <a:buFont typeface="Arial" panose="020B0604020202020204" pitchFamily="34" charset="0"/>
              <a:buChar char="•"/>
            </a:pPr>
            <a:r>
              <a:rPr lang="en-US" sz="1600" dirty="0"/>
              <a:t>Number of duplicate message acknowledgments</a:t>
            </a:r>
          </a:p>
          <a:p>
            <a:pPr lvl="1">
              <a:buFont typeface="Arial" panose="020B0604020202020204" pitchFamily="34" charset="0"/>
              <a:buChar char="•"/>
            </a:pPr>
            <a:r>
              <a:rPr lang="en-US" sz="1800" b="1" dirty="0" err="1"/>
              <a:t>ErrorCategory</a:t>
            </a:r>
            <a:endParaRPr lang="en-US" sz="1800" b="1" dirty="0"/>
          </a:p>
          <a:p>
            <a:pPr lvl="2">
              <a:buFont typeface="Arial" panose="020B0604020202020204" pitchFamily="34" charset="0"/>
              <a:buChar char="•"/>
            </a:pPr>
            <a:r>
              <a:rPr lang="en-US" sz="1600" dirty="0"/>
              <a:t>Type of message processing error</a:t>
            </a:r>
          </a:p>
          <a:p>
            <a:pPr lvl="1">
              <a:buFont typeface="Arial" panose="020B0604020202020204" pitchFamily="34" charset="0"/>
              <a:buChar char="•"/>
            </a:pPr>
            <a:r>
              <a:rPr lang="en-US" sz="1600" b="1" dirty="0" err="1"/>
              <a:t>EventName</a:t>
            </a:r>
            <a:endParaRPr lang="en-US" sz="1600" b="1" dirty="0"/>
          </a:p>
          <a:p>
            <a:pPr lvl="2">
              <a:buFont typeface="Arial" panose="020B0604020202020204" pitchFamily="34" charset="0"/>
              <a:buChar char="•"/>
            </a:pPr>
            <a:r>
              <a:rPr lang="en-US" sz="1600" dirty="0"/>
              <a:t>Identifies the name of the triggering event</a:t>
            </a:r>
          </a:p>
          <a:p>
            <a:pPr lvl="1">
              <a:buFont typeface="Arial" panose="020B0604020202020204" pitchFamily="34" charset="0"/>
              <a:buChar char="•"/>
            </a:pPr>
            <a:r>
              <a:rPr lang="en-US" sz="1800" b="1" dirty="0" err="1"/>
              <a:t>SenderRefID</a:t>
            </a:r>
            <a:endParaRPr lang="en-US" sz="1800" b="1" dirty="0"/>
          </a:p>
          <a:p>
            <a:pPr lvl="2">
              <a:buFont typeface="Arial" panose="020B0604020202020204" pitchFamily="34" charset="0"/>
              <a:buChar char="•"/>
            </a:pPr>
            <a:r>
              <a:rPr lang="en-US" sz="1600" dirty="0"/>
              <a:t>Is a sender reference number typically set at message send time</a:t>
            </a:r>
          </a:p>
          <a:p>
            <a:pPr lvl="1">
              <a:buFont typeface="Arial" panose="020B0604020202020204" pitchFamily="34" charset="0"/>
              <a:buChar char="•"/>
            </a:pPr>
            <a:r>
              <a:rPr lang="en-US" sz="1800" b="1" dirty="0"/>
              <a:t>Status</a:t>
            </a:r>
          </a:p>
          <a:p>
            <a:pPr lvl="2">
              <a:buFont typeface="Arial" panose="020B0604020202020204" pitchFamily="34" charset="0"/>
              <a:buChar char="•"/>
            </a:pPr>
            <a:r>
              <a:rPr lang="en-US" sz="1600" dirty="0"/>
              <a:t>Message status for acknowledged, skipped, or errored messages</a:t>
            </a:r>
          </a:p>
        </p:txBody>
      </p:sp>
      <p:pic>
        <p:nvPicPr>
          <p:cNvPr id="3" name="Picture 2">
            <a:extLst>
              <a:ext uri="{FF2B5EF4-FFF2-40B4-BE49-F238E27FC236}">
                <a16:creationId xmlns:a16="http://schemas.microsoft.com/office/drawing/2014/main" id="{2A857E2B-DDA3-4649-9528-3827E855AF46}"/>
              </a:ext>
            </a:extLst>
          </p:cNvPr>
          <p:cNvPicPr>
            <a:picLocks noChangeAspect="1"/>
          </p:cNvPicPr>
          <p:nvPr/>
        </p:nvPicPr>
        <p:blipFill>
          <a:blip r:embed="rId3"/>
          <a:stretch>
            <a:fillRect/>
          </a:stretch>
        </p:blipFill>
        <p:spPr>
          <a:xfrm>
            <a:off x="7257288" y="762000"/>
            <a:ext cx="4495800" cy="5238750"/>
          </a:xfrm>
          <a:prstGeom prst="rect">
            <a:avLst/>
          </a:prstGeom>
        </p:spPr>
      </p:pic>
    </p:spTree>
    <p:extLst>
      <p:ext uri="{BB962C8B-B14F-4D97-AF65-F5344CB8AC3E}">
        <p14:creationId xmlns:p14="http://schemas.microsoft.com/office/powerpoint/2010/main" val="1147992969"/>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Triggering custom message events</a:t>
            </a:r>
          </a:p>
        </p:txBody>
      </p:sp>
      <p:sp>
        <p:nvSpPr>
          <p:cNvPr id="3" name="Content Placeholder 2"/>
          <p:cNvSpPr>
            <a:spLocks noGrp="1"/>
          </p:cNvSpPr>
          <p:nvPr>
            <p:ph idx="1"/>
          </p:nvPr>
        </p:nvSpPr>
        <p:spPr>
          <a:xfrm>
            <a:off x="658368" y="3070320"/>
            <a:ext cx="11094720" cy="3330480"/>
          </a:xfrm>
        </p:spPr>
        <p:txBody>
          <a:bodyPr/>
          <a:lstStyle/>
          <a:p>
            <a:r>
              <a:rPr lang="en-US" dirty="0"/>
              <a:t>Useful when messaging must be initiated by something that cannot be captured in a standard(built-in) message event</a:t>
            </a:r>
          </a:p>
          <a:p>
            <a:r>
              <a:rPr lang="en-US" dirty="0"/>
              <a:t>Syntax</a:t>
            </a:r>
          </a:p>
          <a:p>
            <a:pPr lvl="1">
              <a:buFont typeface="Arial" panose="020B0604020202020204" pitchFamily="34" charset="0"/>
              <a:buChar char="•"/>
            </a:pPr>
            <a:r>
              <a:rPr lang="en-US" b="1" dirty="0" err="1"/>
              <a:t>eventAwareEntityInstance.addEvent</a:t>
            </a:r>
            <a:r>
              <a:rPr lang="en-US" b="1" dirty="0"/>
              <a:t>(“</a:t>
            </a:r>
            <a:r>
              <a:rPr lang="en-US" b="1" dirty="0" err="1"/>
              <a:t>CustomEventName</a:t>
            </a:r>
            <a:r>
              <a:rPr lang="en-US" b="1" dirty="0"/>
              <a:t>”)</a:t>
            </a:r>
          </a:p>
          <a:p>
            <a:pPr lvl="2">
              <a:buFont typeface="Arial" panose="020B0604020202020204" pitchFamily="34" charset="0"/>
              <a:buChar char="•"/>
            </a:pPr>
            <a:r>
              <a:rPr lang="en-US" dirty="0"/>
              <a:t>Only for </a:t>
            </a:r>
            <a:r>
              <a:rPr lang="en-US" dirty="0" err="1"/>
              <a:t>EventAware</a:t>
            </a:r>
            <a:r>
              <a:rPr lang="en-US" dirty="0"/>
              <a:t> entity</a:t>
            </a:r>
          </a:p>
          <a:p>
            <a:pPr lvl="2">
              <a:buFont typeface="Arial" panose="020B0604020202020204" pitchFamily="34" charset="0"/>
              <a:buChar char="•"/>
            </a:pPr>
            <a:r>
              <a:rPr lang="en-US" dirty="0"/>
              <a:t>Triggered manually in code</a:t>
            </a:r>
          </a:p>
          <a:p>
            <a:pPr lvl="1">
              <a:buFont typeface="Arial" panose="020B0604020202020204" pitchFamily="34" charset="0"/>
              <a:buChar char="•"/>
            </a:pPr>
            <a:r>
              <a:rPr lang="en-US" dirty="0"/>
              <a:t>Ex: </a:t>
            </a:r>
            <a:r>
              <a:rPr lang="en-US" b="1" dirty="0" err="1"/>
              <a:t>aBankAccount.addEvent</a:t>
            </a:r>
            <a:r>
              <a:rPr lang="en-US" b="1" dirty="0"/>
              <a:t>(“</a:t>
            </a:r>
            <a:r>
              <a:rPr lang="en-US" b="1" dirty="0" err="1"/>
              <a:t>BankAccountFlagged</a:t>
            </a:r>
            <a:r>
              <a:rPr lang="en-US" b="1" dirty="0"/>
              <a:t>”)</a:t>
            </a:r>
          </a:p>
        </p:txBody>
      </p:sp>
      <p:pic>
        <p:nvPicPr>
          <p:cNvPr id="4" name="Picture 3">
            <a:extLst>
              <a:ext uri="{FF2B5EF4-FFF2-40B4-BE49-F238E27FC236}">
                <a16:creationId xmlns:a16="http://schemas.microsoft.com/office/drawing/2014/main" id="{3B04CB9C-F9F0-46E2-9CD5-4902528747FE}"/>
              </a:ext>
            </a:extLst>
          </p:cNvPr>
          <p:cNvPicPr>
            <a:picLocks noChangeAspect="1"/>
          </p:cNvPicPr>
          <p:nvPr/>
        </p:nvPicPr>
        <p:blipFill>
          <a:blip r:embed="rId3"/>
          <a:stretch>
            <a:fillRect/>
          </a:stretch>
        </p:blipFill>
        <p:spPr>
          <a:xfrm>
            <a:off x="2286001" y="626036"/>
            <a:ext cx="7343775" cy="2269565"/>
          </a:xfrm>
          <a:prstGeom prst="rect">
            <a:avLst/>
          </a:prstGeom>
        </p:spPr>
      </p:pic>
    </p:spTree>
    <p:extLst>
      <p:ext uri="{BB962C8B-B14F-4D97-AF65-F5344CB8AC3E}">
        <p14:creationId xmlns:p14="http://schemas.microsoft.com/office/powerpoint/2010/main" val="2093978456"/>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Entities used to trigger messaging</a:t>
            </a:r>
          </a:p>
          <a:p>
            <a:r>
              <a:rPr lang="en-US" dirty="0">
                <a:solidFill>
                  <a:schemeClr val="bg1"/>
                </a:solidFill>
              </a:rPr>
              <a:t>Destinations</a:t>
            </a:r>
          </a:p>
          <a:p>
            <a:r>
              <a:rPr lang="en-US" dirty="0"/>
              <a:t>Event Fired rules</a:t>
            </a:r>
          </a:p>
          <a:p>
            <a:endParaRPr lang="en-US" dirty="0"/>
          </a:p>
        </p:txBody>
      </p:sp>
    </p:spTree>
    <p:extLst>
      <p:ext uri="{BB962C8B-B14F-4D97-AF65-F5344CB8AC3E}">
        <p14:creationId xmlns:p14="http://schemas.microsoft.com/office/powerpoint/2010/main" val="2364608263"/>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Destination</a:t>
            </a:r>
          </a:p>
        </p:txBody>
      </p:sp>
      <p:sp>
        <p:nvSpPr>
          <p:cNvPr id="4" name="Content Placeholder 3"/>
          <p:cNvSpPr>
            <a:spLocks noGrp="1"/>
          </p:cNvSpPr>
          <p:nvPr>
            <p:ph idx="1"/>
          </p:nvPr>
        </p:nvSpPr>
        <p:spPr>
          <a:xfrm>
            <a:off x="658368" y="3276600"/>
            <a:ext cx="9703245" cy="3124200"/>
          </a:xfrm>
        </p:spPr>
        <p:txBody>
          <a:bodyPr/>
          <a:lstStyle/>
          <a:p>
            <a:r>
              <a:rPr lang="en-US" dirty="0"/>
              <a:t>A message </a:t>
            </a:r>
            <a:r>
              <a:rPr lang="en-US" b="1" dirty="0"/>
              <a:t>destination</a:t>
            </a:r>
            <a:r>
              <a:rPr lang="en-US" dirty="0"/>
              <a:t> is an abstraction of an external system</a:t>
            </a:r>
          </a:p>
          <a:p>
            <a:pPr lvl="1">
              <a:buFont typeface="Arial" panose="020B0604020202020204" pitchFamily="34" charset="0"/>
              <a:buChar char="•"/>
            </a:pPr>
            <a:r>
              <a:rPr lang="en-US" dirty="0"/>
              <a:t>Subscribes to message events of interest</a:t>
            </a:r>
          </a:p>
          <a:p>
            <a:pPr lvl="1">
              <a:buFont typeface="Arial" panose="020B0604020202020204" pitchFamily="34" charset="0"/>
              <a:buChar char="•"/>
            </a:pPr>
            <a:r>
              <a:rPr lang="en-US" dirty="0"/>
              <a:t>Defines list of message plugins used in processing outbound request messages and received inbound replies</a:t>
            </a:r>
          </a:p>
          <a:p>
            <a:pPr lvl="1">
              <a:buFont typeface="Arial" panose="020B0604020202020204" pitchFamily="34" charset="0"/>
              <a:buChar char="•"/>
            </a:pPr>
            <a:r>
              <a:rPr lang="en-US" dirty="0"/>
              <a:t>Defines connectivity, </a:t>
            </a:r>
            <a:r>
              <a:rPr lang="en-US" dirty="0" err="1"/>
              <a:t>retryable</a:t>
            </a:r>
            <a:r>
              <a:rPr lang="en-US" dirty="0"/>
              <a:t> error parameters, predictable message ordering, multithreading and distributed actions</a:t>
            </a:r>
          </a:p>
        </p:txBody>
      </p:sp>
      <p:pic>
        <p:nvPicPr>
          <p:cNvPr id="2" name="Picture 1">
            <a:extLst>
              <a:ext uri="{FF2B5EF4-FFF2-40B4-BE49-F238E27FC236}">
                <a16:creationId xmlns:a16="http://schemas.microsoft.com/office/drawing/2014/main" id="{AF1984CE-DE43-42DB-B495-993314CAB73F}"/>
              </a:ext>
            </a:extLst>
          </p:cNvPr>
          <p:cNvPicPr>
            <a:picLocks noChangeAspect="1"/>
          </p:cNvPicPr>
          <p:nvPr/>
        </p:nvPicPr>
        <p:blipFill>
          <a:blip r:embed="rId3"/>
          <a:stretch>
            <a:fillRect/>
          </a:stretch>
        </p:blipFill>
        <p:spPr>
          <a:xfrm>
            <a:off x="1856883" y="762001"/>
            <a:ext cx="8662416" cy="2414777"/>
          </a:xfrm>
          <a:prstGeom prst="rect">
            <a:avLst/>
          </a:prstGeom>
        </p:spPr>
      </p:pic>
    </p:spTree>
    <p:extLst>
      <p:ext uri="{BB962C8B-B14F-4D97-AF65-F5344CB8AC3E}">
        <p14:creationId xmlns:p14="http://schemas.microsoft.com/office/powerpoint/2010/main" val="2561262261"/>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Destination message events</a:t>
            </a:r>
          </a:p>
        </p:txBody>
      </p:sp>
      <p:sp>
        <p:nvSpPr>
          <p:cNvPr id="3" name="Content Placeholder 2"/>
          <p:cNvSpPr>
            <a:spLocks noGrp="1"/>
          </p:cNvSpPr>
          <p:nvPr>
            <p:ph idx="1"/>
          </p:nvPr>
        </p:nvSpPr>
        <p:spPr>
          <a:xfrm>
            <a:off x="658368" y="3903095"/>
            <a:ext cx="9680448" cy="2209800"/>
          </a:xfrm>
        </p:spPr>
        <p:txBody>
          <a:bodyPr/>
          <a:lstStyle/>
          <a:p>
            <a:r>
              <a:rPr lang="en-US" sz="2000" dirty="0"/>
              <a:t>Messaging destination subscribes to one or more specific message events</a:t>
            </a:r>
          </a:p>
          <a:p>
            <a:r>
              <a:rPr lang="en-US" sz="2000" dirty="0"/>
              <a:t>When a message event occurs:</a:t>
            </a:r>
          </a:p>
          <a:p>
            <a:pPr lvl="1">
              <a:buFont typeface="Arial" panose="020B0604020202020204" pitchFamily="34" charset="0"/>
              <a:buChar char="•"/>
            </a:pPr>
            <a:r>
              <a:rPr lang="en-US" sz="1800" dirty="0"/>
              <a:t>One </a:t>
            </a:r>
            <a:r>
              <a:rPr lang="en-US" sz="1800" dirty="0" err="1"/>
              <a:t>MessageContext</a:t>
            </a:r>
            <a:r>
              <a:rPr lang="en-US" sz="1800" dirty="0"/>
              <a:t> instance is created for each destination that listens to that event</a:t>
            </a:r>
          </a:p>
          <a:p>
            <a:pPr lvl="1">
              <a:buFont typeface="Arial" panose="020B0604020202020204" pitchFamily="34" charset="0"/>
              <a:buChar char="•"/>
            </a:pPr>
            <a:r>
              <a:rPr lang="en-US" sz="1800" dirty="0"/>
              <a:t>Each MessageContext is then processed by the event fired business rules</a:t>
            </a:r>
          </a:p>
        </p:txBody>
      </p:sp>
      <p:pic>
        <p:nvPicPr>
          <p:cNvPr id="5" name="Picture 4">
            <a:extLst>
              <a:ext uri="{FF2B5EF4-FFF2-40B4-BE49-F238E27FC236}">
                <a16:creationId xmlns:a16="http://schemas.microsoft.com/office/drawing/2014/main" id="{735119E6-9713-4EC8-A64E-F3AF1A657B18}"/>
              </a:ext>
            </a:extLst>
          </p:cNvPr>
          <p:cNvPicPr>
            <a:picLocks noChangeAspect="1"/>
          </p:cNvPicPr>
          <p:nvPr/>
        </p:nvPicPr>
        <p:blipFill>
          <a:blip r:embed="rId3"/>
          <a:stretch>
            <a:fillRect/>
          </a:stretch>
        </p:blipFill>
        <p:spPr>
          <a:xfrm>
            <a:off x="1830388" y="592968"/>
            <a:ext cx="8761413" cy="2836033"/>
          </a:xfrm>
          <a:prstGeom prst="rect">
            <a:avLst/>
          </a:prstGeom>
        </p:spPr>
      </p:pic>
    </p:spTree>
    <p:extLst>
      <p:ext uri="{BB962C8B-B14F-4D97-AF65-F5344CB8AC3E}">
        <p14:creationId xmlns:p14="http://schemas.microsoft.com/office/powerpoint/2010/main" val="2160003855"/>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a messaging destination</a:t>
            </a:r>
          </a:p>
        </p:txBody>
      </p:sp>
      <p:sp>
        <p:nvSpPr>
          <p:cNvPr id="3" name="Content Placeholder 2"/>
          <p:cNvSpPr>
            <a:spLocks noGrp="1"/>
          </p:cNvSpPr>
          <p:nvPr>
            <p:ph idx="1"/>
          </p:nvPr>
        </p:nvSpPr>
        <p:spPr>
          <a:xfrm>
            <a:off x="658368" y="914400"/>
            <a:ext cx="5742432" cy="5486400"/>
          </a:xfrm>
        </p:spPr>
        <p:txBody>
          <a:bodyPr/>
          <a:lstStyle/>
          <a:p>
            <a:r>
              <a:rPr lang="en-US" dirty="0"/>
              <a:t>Destinations are defined in the </a:t>
            </a:r>
            <a:r>
              <a:rPr lang="en-US" b="1" dirty="0"/>
              <a:t>messaging-config.xml</a:t>
            </a:r>
            <a:r>
              <a:rPr lang="en-US" dirty="0"/>
              <a:t> file</a:t>
            </a:r>
          </a:p>
          <a:p>
            <a:pPr lvl="1">
              <a:buFont typeface="Arial" panose="020B0604020202020204" pitchFamily="34" charset="0"/>
              <a:buChar char="•"/>
            </a:pPr>
            <a:r>
              <a:rPr lang="en-US" dirty="0"/>
              <a:t>Under </a:t>
            </a:r>
            <a:r>
              <a:rPr lang="en-US" b="1" dirty="0" err="1"/>
              <a:t>configuration.config.Messaging</a:t>
            </a:r>
            <a:endParaRPr lang="en-US" b="1" dirty="0"/>
          </a:p>
          <a:p>
            <a:r>
              <a:rPr lang="en-US" dirty="0"/>
              <a:t>To create a new destination, click the plus symbol and define the </a:t>
            </a:r>
            <a:r>
              <a:rPr lang="en-US" b="1" dirty="0"/>
              <a:t>required fields</a:t>
            </a:r>
          </a:p>
          <a:p>
            <a:pPr lvl="1">
              <a:buFont typeface="Arial" panose="020B0604020202020204" pitchFamily="34" charset="0"/>
              <a:buChar char="•"/>
            </a:pPr>
            <a:r>
              <a:rPr lang="en-US" b="1" dirty="0"/>
              <a:t>ID</a:t>
            </a:r>
            <a:r>
              <a:rPr lang="en-US" dirty="0"/>
              <a:t>: unique ID value from 0 to 63</a:t>
            </a:r>
          </a:p>
          <a:p>
            <a:pPr lvl="1">
              <a:buFont typeface="Arial" panose="020B0604020202020204" pitchFamily="34" charset="0"/>
              <a:buChar char="•"/>
            </a:pPr>
            <a:r>
              <a:rPr lang="en-US" b="1" dirty="0"/>
              <a:t>Name</a:t>
            </a:r>
            <a:r>
              <a:rPr lang="en-US" dirty="0"/>
              <a:t>: unique name displayed in the UI messaging administration screen</a:t>
            </a:r>
          </a:p>
          <a:p>
            <a:pPr lvl="1">
              <a:buFont typeface="Arial" panose="020B0604020202020204" pitchFamily="34" charset="0"/>
              <a:buChar char="•"/>
            </a:pPr>
            <a:r>
              <a:rPr lang="en-US" b="1" dirty="0"/>
              <a:t>Transport Plugin</a:t>
            </a:r>
            <a:r>
              <a:rPr lang="en-US" dirty="0"/>
              <a:t>: sends message to external systems</a:t>
            </a:r>
          </a:p>
          <a:p>
            <a:pPr lvl="2">
              <a:buFont typeface="Arial" panose="020B0604020202020204" pitchFamily="34" charset="0"/>
              <a:buChar char="•"/>
            </a:pPr>
            <a:r>
              <a:rPr lang="en-US" dirty="0"/>
              <a:t>Discussed in sending messages lesson</a:t>
            </a:r>
          </a:p>
          <a:p>
            <a:pPr lvl="1">
              <a:buFont typeface="Arial" panose="020B0604020202020204" pitchFamily="34" charset="0"/>
              <a:buChar char="•"/>
            </a:pPr>
            <a:r>
              <a:rPr lang="en-US" b="1" dirty="0"/>
              <a:t>Events</a:t>
            </a:r>
            <a:r>
              <a:rPr lang="en-US" dirty="0"/>
              <a:t>: subscribed messaging events</a:t>
            </a:r>
          </a:p>
        </p:txBody>
      </p:sp>
      <p:pic>
        <p:nvPicPr>
          <p:cNvPr id="4" name="Picture 3">
            <a:extLst>
              <a:ext uri="{FF2B5EF4-FFF2-40B4-BE49-F238E27FC236}">
                <a16:creationId xmlns:a16="http://schemas.microsoft.com/office/drawing/2014/main" id="{437D9542-4BD4-4E5C-961B-8B6E0C903B80}"/>
              </a:ext>
            </a:extLst>
          </p:cNvPr>
          <p:cNvPicPr>
            <a:picLocks noChangeAspect="1"/>
          </p:cNvPicPr>
          <p:nvPr/>
        </p:nvPicPr>
        <p:blipFill>
          <a:blip r:embed="rId3"/>
          <a:stretch>
            <a:fillRect/>
          </a:stretch>
        </p:blipFill>
        <p:spPr>
          <a:xfrm>
            <a:off x="7257288" y="861824"/>
            <a:ext cx="4495800" cy="5486400"/>
          </a:xfrm>
          <a:prstGeom prst="rect">
            <a:avLst/>
          </a:prstGeom>
        </p:spPr>
      </p:pic>
    </p:spTree>
    <p:extLst>
      <p:ext uri="{BB962C8B-B14F-4D97-AF65-F5344CB8AC3E}">
        <p14:creationId xmlns:p14="http://schemas.microsoft.com/office/powerpoint/2010/main" val="2156043273"/>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messaging destination parameters</a:t>
            </a:r>
          </a:p>
        </p:txBody>
      </p:sp>
      <p:sp>
        <p:nvSpPr>
          <p:cNvPr id="2055" name="Content Placeholder 2054"/>
          <p:cNvSpPr>
            <a:spLocks noGrp="1"/>
          </p:cNvSpPr>
          <p:nvPr>
            <p:ph idx="1"/>
          </p:nvPr>
        </p:nvSpPr>
        <p:spPr>
          <a:xfrm>
            <a:off x="658368" y="861824"/>
            <a:ext cx="5513833" cy="5538977"/>
          </a:xfrm>
        </p:spPr>
        <p:txBody>
          <a:bodyPr/>
          <a:lstStyle/>
          <a:p>
            <a:r>
              <a:rPr lang="en-US" sz="2000" dirty="0"/>
              <a:t>Optional Plugins</a:t>
            </a:r>
          </a:p>
          <a:p>
            <a:pPr lvl="1">
              <a:buFont typeface="Arial" panose="020B0604020202020204" pitchFamily="34" charset="0"/>
              <a:buChar char="•"/>
            </a:pPr>
            <a:r>
              <a:rPr lang="en-US" sz="1800" dirty="0"/>
              <a:t>Request plugin is discussed in the Message Payload Transformation lesson</a:t>
            </a:r>
          </a:p>
          <a:p>
            <a:pPr lvl="1">
              <a:buFont typeface="Arial" panose="020B0604020202020204" pitchFamily="34" charset="0"/>
              <a:buChar char="•"/>
            </a:pPr>
            <a:r>
              <a:rPr lang="en-US" sz="1800" dirty="0"/>
              <a:t>Reply plugin is discussed in the Asynchronous Message Acknowledgements lesson</a:t>
            </a:r>
          </a:p>
          <a:p>
            <a:r>
              <a:rPr lang="en-US" sz="2000" dirty="0"/>
              <a:t>Connectivity and error parameters</a:t>
            </a:r>
          </a:p>
          <a:p>
            <a:pPr lvl="1">
              <a:buFont typeface="Arial" panose="020B0604020202020204" pitchFamily="34" charset="0"/>
              <a:buChar char="•"/>
            </a:pPr>
            <a:r>
              <a:rPr lang="en-US" sz="1800" dirty="0"/>
              <a:t>Discussed in the Sending Messages lesson</a:t>
            </a:r>
          </a:p>
          <a:p>
            <a:r>
              <a:rPr lang="en-US" sz="2000" dirty="0"/>
              <a:t>Message without primary</a:t>
            </a:r>
          </a:p>
          <a:p>
            <a:pPr lvl="1">
              <a:buFont typeface="Arial" panose="020B0604020202020204" pitchFamily="34" charset="0"/>
              <a:buChar char="•"/>
            </a:pPr>
            <a:r>
              <a:rPr lang="en-US" sz="1800" dirty="0"/>
              <a:t>Discussed in the Sending Messages lesson</a:t>
            </a:r>
          </a:p>
          <a:p>
            <a:r>
              <a:rPr lang="en-US" sz="2000" dirty="0"/>
              <a:t>Distribute Request Processing</a:t>
            </a:r>
          </a:p>
          <a:p>
            <a:pPr lvl="1">
              <a:buFont typeface="Arial" panose="020B0604020202020204" pitchFamily="34" charset="0"/>
              <a:buChar char="•"/>
            </a:pPr>
            <a:r>
              <a:rPr lang="en-US" sz="1800" dirty="0"/>
              <a:t>Discussed in documentation</a:t>
            </a:r>
          </a:p>
        </p:txBody>
      </p:sp>
      <p:pic>
        <p:nvPicPr>
          <p:cNvPr id="3" name="Picture 2">
            <a:extLst>
              <a:ext uri="{FF2B5EF4-FFF2-40B4-BE49-F238E27FC236}">
                <a16:creationId xmlns:a16="http://schemas.microsoft.com/office/drawing/2014/main" id="{290F7C16-8135-45AC-A03F-D25BC041811F}"/>
              </a:ext>
            </a:extLst>
          </p:cNvPr>
          <p:cNvPicPr>
            <a:picLocks noChangeAspect="1"/>
          </p:cNvPicPr>
          <p:nvPr/>
        </p:nvPicPr>
        <p:blipFill>
          <a:blip r:embed="rId3"/>
          <a:stretch>
            <a:fillRect/>
          </a:stretch>
        </p:blipFill>
        <p:spPr>
          <a:xfrm>
            <a:off x="6765512" y="861824"/>
            <a:ext cx="4394264" cy="5157977"/>
          </a:xfrm>
          <a:prstGeom prst="rect">
            <a:avLst/>
          </a:prstGeom>
        </p:spPr>
      </p:pic>
    </p:spTree>
    <p:extLst>
      <p:ext uri="{BB962C8B-B14F-4D97-AF65-F5344CB8AC3E}">
        <p14:creationId xmlns:p14="http://schemas.microsoft.com/office/powerpoint/2010/main" val="1238652902"/>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5D0A4-7219-4CF5-A5C8-703E83839018}"/>
              </a:ext>
            </a:extLst>
          </p:cNvPr>
          <p:cNvSpPr>
            <a:spLocks noGrp="1"/>
          </p:cNvSpPr>
          <p:nvPr>
            <p:ph type="title"/>
          </p:nvPr>
        </p:nvSpPr>
        <p:spPr/>
        <p:txBody>
          <a:bodyPr/>
          <a:lstStyle/>
          <a:p>
            <a:r>
              <a:rPr lang="en-US" dirty="0"/>
              <a:t>Deploy code changes</a:t>
            </a:r>
            <a:endParaRPr lang="en-IN" dirty="0"/>
          </a:p>
        </p:txBody>
      </p:sp>
      <p:sp>
        <p:nvSpPr>
          <p:cNvPr id="3" name="Content Placeholder 2">
            <a:extLst>
              <a:ext uri="{FF2B5EF4-FFF2-40B4-BE49-F238E27FC236}">
                <a16:creationId xmlns:a16="http://schemas.microsoft.com/office/drawing/2014/main" id="{F5CC159C-3AF9-4F77-913E-C6CBD895D600}"/>
              </a:ext>
            </a:extLst>
          </p:cNvPr>
          <p:cNvSpPr>
            <a:spLocks noGrp="1"/>
          </p:cNvSpPr>
          <p:nvPr>
            <p:ph idx="1"/>
          </p:nvPr>
        </p:nvSpPr>
        <p:spPr>
          <a:xfrm>
            <a:off x="658368" y="861823"/>
            <a:ext cx="9677908" cy="1828800"/>
          </a:xfrm>
        </p:spPr>
        <p:txBody>
          <a:bodyPr/>
          <a:lstStyle/>
          <a:p>
            <a:pPr marL="0" indent="0">
              <a:buNone/>
            </a:pPr>
            <a:r>
              <a:rPr lang="en-US" b="1" dirty="0"/>
              <a:t>Restart Server</a:t>
            </a:r>
          </a:p>
          <a:p>
            <a:r>
              <a:rPr lang="en-US" dirty="0"/>
              <a:t>Any new or modified destinations</a:t>
            </a:r>
          </a:p>
          <a:p>
            <a:pPr lvl="1">
              <a:buFont typeface="Arial" panose="020B0604020202020204" pitchFamily="34" charset="0"/>
              <a:buChar char="•"/>
            </a:pPr>
            <a:r>
              <a:rPr lang="en-US" dirty="0"/>
              <a:t>Read only at server startup</a:t>
            </a:r>
            <a:endParaRPr lang="en-IN" dirty="0"/>
          </a:p>
        </p:txBody>
      </p:sp>
      <p:pic>
        <p:nvPicPr>
          <p:cNvPr id="4" name="Picture 3">
            <a:extLst>
              <a:ext uri="{FF2B5EF4-FFF2-40B4-BE49-F238E27FC236}">
                <a16:creationId xmlns:a16="http://schemas.microsoft.com/office/drawing/2014/main" id="{F49B4E9B-8CC7-4FA1-A306-581A226A6D0C}"/>
              </a:ext>
            </a:extLst>
          </p:cNvPr>
          <p:cNvPicPr>
            <a:picLocks noChangeAspect="1"/>
          </p:cNvPicPr>
          <p:nvPr/>
        </p:nvPicPr>
        <p:blipFill>
          <a:blip r:embed="rId2"/>
          <a:stretch>
            <a:fillRect/>
          </a:stretch>
        </p:blipFill>
        <p:spPr>
          <a:xfrm>
            <a:off x="2438401" y="2819400"/>
            <a:ext cx="5286375" cy="3295650"/>
          </a:xfrm>
          <a:prstGeom prst="rect">
            <a:avLst/>
          </a:prstGeom>
        </p:spPr>
      </p:pic>
    </p:spTree>
    <p:extLst>
      <p:ext uri="{BB962C8B-B14F-4D97-AF65-F5344CB8AC3E}">
        <p14:creationId xmlns:p14="http://schemas.microsoft.com/office/powerpoint/2010/main" val="34460178"/>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Entities used to trigger messaging</a:t>
            </a:r>
          </a:p>
          <a:p>
            <a:r>
              <a:rPr lang="en-US" dirty="0"/>
              <a:t>Destinations</a:t>
            </a:r>
          </a:p>
          <a:p>
            <a:r>
              <a:rPr lang="en-US" dirty="0">
                <a:solidFill>
                  <a:schemeClr val="bg1"/>
                </a:solidFill>
              </a:rPr>
              <a:t>Event Fired rules</a:t>
            </a:r>
          </a:p>
          <a:p>
            <a:endParaRPr lang="en-US" dirty="0">
              <a:solidFill>
                <a:schemeClr val="bg1"/>
              </a:solidFill>
            </a:endParaRPr>
          </a:p>
        </p:txBody>
      </p:sp>
    </p:spTree>
    <p:extLst>
      <p:ext uri="{BB962C8B-B14F-4D97-AF65-F5344CB8AC3E}">
        <p14:creationId xmlns:p14="http://schemas.microsoft.com/office/powerpoint/2010/main" val="3077787229"/>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Guidewire business rules</a:t>
            </a:r>
          </a:p>
        </p:txBody>
      </p:sp>
      <p:sp>
        <p:nvSpPr>
          <p:cNvPr id="4" name="Content Placeholder 3"/>
          <p:cNvSpPr>
            <a:spLocks noGrp="1"/>
          </p:cNvSpPr>
          <p:nvPr>
            <p:ph sz="half" idx="2"/>
          </p:nvPr>
        </p:nvSpPr>
        <p:spPr>
          <a:xfrm>
            <a:off x="658369" y="861823"/>
            <a:ext cx="6047232" cy="5462777"/>
          </a:xfrm>
        </p:spPr>
        <p:txBody>
          <a:bodyPr/>
          <a:lstStyle/>
          <a:p>
            <a:r>
              <a:rPr lang="en-US" sz="2000" dirty="0"/>
              <a:t>A </a:t>
            </a:r>
            <a:r>
              <a:rPr lang="en-US" sz="2000" b="1" dirty="0"/>
              <a:t>business rule</a:t>
            </a:r>
            <a:r>
              <a:rPr lang="en-US" sz="2000" dirty="0"/>
              <a:t> written in </a:t>
            </a:r>
            <a:r>
              <a:rPr lang="en-US" sz="2000" dirty="0" err="1"/>
              <a:t>Gosu</a:t>
            </a:r>
            <a:r>
              <a:rPr lang="en-US" sz="2000" dirty="0"/>
              <a:t> accomplishes some task for a given entity</a:t>
            </a:r>
          </a:p>
          <a:p>
            <a:r>
              <a:rPr lang="en-US" sz="2000" dirty="0"/>
              <a:t>Three base types of rule set categories in </a:t>
            </a:r>
            <a:r>
              <a:rPr lang="en-US" sz="2000" dirty="0" err="1"/>
              <a:t>TrainingApp</a:t>
            </a:r>
            <a:endParaRPr lang="en-US" sz="2000" dirty="0"/>
          </a:p>
          <a:p>
            <a:pPr lvl="1">
              <a:buFont typeface="Arial" panose="020B0604020202020204" pitchFamily="34" charset="0"/>
              <a:buChar char="•"/>
            </a:pPr>
            <a:r>
              <a:rPr lang="en-US" sz="1800" b="1" dirty="0" err="1"/>
              <a:t>EventMessage</a:t>
            </a:r>
            <a:endParaRPr lang="en-US" sz="1800" b="1" dirty="0"/>
          </a:p>
          <a:p>
            <a:pPr lvl="2">
              <a:buFont typeface="Arial" panose="020B0604020202020204" pitchFamily="34" charset="0"/>
              <a:buChar char="•"/>
            </a:pPr>
            <a:r>
              <a:rPr lang="en-US" sz="1600" dirty="0"/>
              <a:t>One rule set called </a:t>
            </a:r>
            <a:r>
              <a:rPr lang="en-US" sz="1600" b="1" dirty="0" err="1"/>
              <a:t>EventFired</a:t>
            </a:r>
            <a:endParaRPr lang="en-US" sz="1600" b="1" dirty="0"/>
          </a:p>
          <a:p>
            <a:pPr lvl="3">
              <a:buFont typeface="Arial" panose="020B0604020202020204" pitchFamily="34" charset="0"/>
              <a:buChar char="•"/>
            </a:pPr>
            <a:r>
              <a:rPr lang="en-US" sz="1400" dirty="0"/>
              <a:t>Root entity is </a:t>
            </a:r>
            <a:r>
              <a:rPr lang="en-US" sz="1400" dirty="0" err="1"/>
              <a:t>MessageContext</a:t>
            </a:r>
            <a:endParaRPr lang="en-US" sz="1400" dirty="0"/>
          </a:p>
          <a:p>
            <a:pPr lvl="2">
              <a:buFont typeface="Arial" panose="020B0604020202020204" pitchFamily="34" charset="0"/>
              <a:buChar char="•"/>
            </a:pPr>
            <a:r>
              <a:rPr lang="en-US" sz="1600" dirty="0"/>
              <a:t>Rules execute when an integration event is triggered</a:t>
            </a:r>
          </a:p>
          <a:p>
            <a:pPr lvl="1">
              <a:buFont typeface="Arial" panose="020B0604020202020204" pitchFamily="34" charset="0"/>
              <a:buChar char="•"/>
            </a:pPr>
            <a:r>
              <a:rPr lang="en-US" sz="1800" b="1" dirty="0" err="1"/>
              <a:t>Preupdate</a:t>
            </a:r>
            <a:endParaRPr lang="en-US" sz="1800" b="1" dirty="0"/>
          </a:p>
          <a:p>
            <a:pPr lvl="2">
              <a:buFont typeface="Arial" panose="020B0604020202020204" pitchFamily="34" charset="0"/>
              <a:buChar char="•"/>
            </a:pPr>
            <a:r>
              <a:rPr lang="en-US" sz="1600" dirty="0"/>
              <a:t>Four rule sets</a:t>
            </a:r>
          </a:p>
          <a:p>
            <a:pPr lvl="2">
              <a:buFont typeface="Arial" panose="020B0604020202020204" pitchFamily="34" charset="0"/>
              <a:buChar char="•"/>
            </a:pPr>
            <a:r>
              <a:rPr lang="en-US" sz="1600" dirty="0"/>
              <a:t>Rules execute when an update has occurred on a root entity</a:t>
            </a:r>
          </a:p>
          <a:p>
            <a:pPr lvl="1">
              <a:buFont typeface="Arial" panose="020B0604020202020204" pitchFamily="34" charset="0"/>
              <a:buChar char="•"/>
            </a:pPr>
            <a:r>
              <a:rPr lang="en-US" sz="1800" b="1" dirty="0"/>
              <a:t>Validation</a:t>
            </a:r>
          </a:p>
          <a:p>
            <a:pPr lvl="2">
              <a:buFont typeface="Arial" panose="020B0604020202020204" pitchFamily="34" charset="0"/>
              <a:buChar char="•"/>
            </a:pPr>
            <a:r>
              <a:rPr lang="en-US" sz="1600" dirty="0"/>
              <a:t>Four rule sets</a:t>
            </a:r>
          </a:p>
          <a:p>
            <a:pPr lvl="2">
              <a:buFont typeface="Arial" panose="020B0604020202020204" pitchFamily="34" charset="0"/>
              <a:buChar char="•"/>
            </a:pPr>
            <a:r>
              <a:rPr lang="en-US" sz="1600" dirty="0"/>
              <a:t>Rules check for missing information or invalid data on a root entity</a:t>
            </a:r>
          </a:p>
        </p:txBody>
      </p:sp>
      <p:pic>
        <p:nvPicPr>
          <p:cNvPr id="6" name="Picture 5">
            <a:extLst>
              <a:ext uri="{FF2B5EF4-FFF2-40B4-BE49-F238E27FC236}">
                <a16:creationId xmlns:a16="http://schemas.microsoft.com/office/drawing/2014/main" id="{EBA2143A-386C-4602-A448-475495859649}"/>
              </a:ext>
            </a:extLst>
          </p:cNvPr>
          <p:cNvPicPr>
            <a:picLocks noChangeAspect="1"/>
          </p:cNvPicPr>
          <p:nvPr/>
        </p:nvPicPr>
        <p:blipFill>
          <a:blip r:embed="rId3"/>
          <a:stretch>
            <a:fillRect/>
          </a:stretch>
        </p:blipFill>
        <p:spPr>
          <a:xfrm>
            <a:off x="7476744" y="861822"/>
            <a:ext cx="3505201" cy="5462777"/>
          </a:xfrm>
          <a:prstGeom prst="rect">
            <a:avLst/>
          </a:prstGeom>
        </p:spPr>
      </p:pic>
    </p:spTree>
    <p:extLst>
      <p:ext uri="{BB962C8B-B14F-4D97-AF65-F5344CB8AC3E}">
        <p14:creationId xmlns:p14="http://schemas.microsoft.com/office/powerpoint/2010/main" val="1726742901"/>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Rule set execution</a:t>
            </a:r>
          </a:p>
        </p:txBody>
      </p:sp>
      <p:sp>
        <p:nvSpPr>
          <p:cNvPr id="3" name="Content Placeholder 2"/>
          <p:cNvSpPr>
            <a:spLocks noGrp="1"/>
          </p:cNvSpPr>
          <p:nvPr>
            <p:ph sz="half" idx="2"/>
          </p:nvPr>
        </p:nvSpPr>
        <p:spPr>
          <a:xfrm>
            <a:off x="658368" y="861824"/>
            <a:ext cx="4828032" cy="5475289"/>
          </a:xfrm>
        </p:spPr>
        <p:txBody>
          <a:bodyPr/>
          <a:lstStyle/>
          <a:p>
            <a:r>
              <a:rPr lang="en-US" dirty="0"/>
              <a:t>Rule execution follows the order listed in Studio</a:t>
            </a:r>
          </a:p>
          <a:p>
            <a:r>
              <a:rPr lang="en-US" dirty="0"/>
              <a:t>Per node, rules execute in a hierarchy</a:t>
            </a:r>
          </a:p>
          <a:p>
            <a:r>
              <a:rPr lang="en-US" dirty="0"/>
              <a:t>Rule condition code resolves to true or false</a:t>
            </a:r>
          </a:p>
          <a:p>
            <a:pPr lvl="1">
              <a:buFont typeface="Arial" panose="020B0604020202020204" pitchFamily="34" charset="0"/>
              <a:buChar char="•"/>
            </a:pPr>
            <a:r>
              <a:rPr lang="en-US" dirty="0"/>
              <a:t>When condition is true, rule action code executes, and</a:t>
            </a:r>
          </a:p>
          <a:p>
            <a:pPr lvl="1">
              <a:buFont typeface="Arial" panose="020B0604020202020204" pitchFamily="34" charset="0"/>
              <a:buChar char="•"/>
            </a:pPr>
            <a:r>
              <a:rPr lang="en-US" dirty="0"/>
              <a:t>Child rules execute (if any)</a:t>
            </a:r>
          </a:p>
        </p:txBody>
      </p:sp>
      <p:pic>
        <p:nvPicPr>
          <p:cNvPr id="4" name="Picture 3">
            <a:extLst>
              <a:ext uri="{FF2B5EF4-FFF2-40B4-BE49-F238E27FC236}">
                <a16:creationId xmlns:a16="http://schemas.microsoft.com/office/drawing/2014/main" id="{7AF4C6BD-345E-4F8B-8D85-21D4C36592B0}"/>
              </a:ext>
            </a:extLst>
          </p:cNvPr>
          <p:cNvPicPr>
            <a:picLocks noChangeAspect="1"/>
          </p:cNvPicPr>
          <p:nvPr/>
        </p:nvPicPr>
        <p:blipFill>
          <a:blip r:embed="rId3"/>
          <a:stretch>
            <a:fillRect/>
          </a:stretch>
        </p:blipFill>
        <p:spPr>
          <a:xfrm>
            <a:off x="6181344" y="861824"/>
            <a:ext cx="5020056" cy="4853176"/>
          </a:xfrm>
          <a:prstGeom prst="rect">
            <a:avLst/>
          </a:prstGeom>
        </p:spPr>
      </p:pic>
    </p:spTree>
    <p:extLst>
      <p:ext uri="{BB962C8B-B14F-4D97-AF65-F5344CB8AC3E}">
        <p14:creationId xmlns:p14="http://schemas.microsoft.com/office/powerpoint/2010/main" val="1640341929"/>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Rule set editor</a:t>
            </a:r>
          </a:p>
        </p:txBody>
      </p:sp>
      <p:sp>
        <p:nvSpPr>
          <p:cNvPr id="6" name="txt Rule Hiearchy"/>
          <p:cNvSpPr>
            <a:spLocks noGrp="1"/>
          </p:cNvSpPr>
          <p:nvPr>
            <p:ph sz="half" idx="1"/>
          </p:nvPr>
        </p:nvSpPr>
        <p:spPr>
          <a:xfrm>
            <a:off x="658369" y="4038600"/>
            <a:ext cx="4751832" cy="2362198"/>
          </a:xfrm>
        </p:spPr>
        <p:txBody>
          <a:bodyPr/>
          <a:lstStyle/>
          <a:p>
            <a:r>
              <a:rPr lang="en-US" dirty="0"/>
              <a:t>Rule Hierarchy</a:t>
            </a:r>
          </a:p>
          <a:p>
            <a:pPr lvl="1"/>
            <a:r>
              <a:rPr lang="en-US" dirty="0"/>
              <a:t>Context menu </a:t>
            </a:r>
          </a:p>
          <a:p>
            <a:pPr lvl="1"/>
            <a:r>
              <a:rPr lang="en-US" dirty="0"/>
              <a:t>Activate/Deactivate checkbox</a:t>
            </a:r>
          </a:p>
          <a:p>
            <a:pPr lvl="1"/>
            <a:r>
              <a:rPr lang="en-US" dirty="0"/>
              <a:t>Drag-and-drop ordering</a:t>
            </a:r>
          </a:p>
        </p:txBody>
      </p:sp>
      <p:sp>
        <p:nvSpPr>
          <p:cNvPr id="7" name="txt Rule Editor"/>
          <p:cNvSpPr>
            <a:spLocks noGrp="1"/>
          </p:cNvSpPr>
          <p:nvPr>
            <p:ph sz="half" idx="2"/>
          </p:nvPr>
        </p:nvSpPr>
        <p:spPr>
          <a:xfrm>
            <a:off x="5791200" y="4033552"/>
            <a:ext cx="5961888" cy="2156789"/>
          </a:xfrm>
        </p:spPr>
        <p:txBody>
          <a:bodyPr/>
          <a:lstStyle/>
          <a:p>
            <a:r>
              <a:rPr lang="en-US" dirty="0"/>
              <a:t>Rule Editor</a:t>
            </a:r>
          </a:p>
          <a:p>
            <a:pPr lvl="1"/>
            <a:r>
              <a:rPr lang="en-US" dirty="0"/>
              <a:t>Overlays segment Uses, Condition, and Action</a:t>
            </a:r>
          </a:p>
          <a:p>
            <a:r>
              <a:rPr lang="en-US" dirty="0"/>
              <a:t>IMPORTANT</a:t>
            </a:r>
          </a:p>
          <a:p>
            <a:pPr lvl="1"/>
            <a:r>
              <a:rPr lang="en-US" dirty="0"/>
              <a:t>Do NOT delete keyword return in condition</a:t>
            </a:r>
          </a:p>
          <a:p>
            <a:pPr lvl="1"/>
            <a:endParaRPr lang="en-US" dirty="0"/>
          </a:p>
          <a:p>
            <a:endParaRPr lang="en-US" dirty="0"/>
          </a:p>
        </p:txBody>
      </p:sp>
      <p:pic>
        <p:nvPicPr>
          <p:cNvPr id="3" name="Picture 2">
            <a:extLst>
              <a:ext uri="{FF2B5EF4-FFF2-40B4-BE49-F238E27FC236}">
                <a16:creationId xmlns:a16="http://schemas.microsoft.com/office/drawing/2014/main" id="{62C7B1F2-AFBF-4BD3-94C9-72A6141969B2}"/>
              </a:ext>
            </a:extLst>
          </p:cNvPr>
          <p:cNvPicPr>
            <a:picLocks noChangeAspect="1"/>
          </p:cNvPicPr>
          <p:nvPr/>
        </p:nvPicPr>
        <p:blipFill>
          <a:blip r:embed="rId3"/>
          <a:stretch>
            <a:fillRect/>
          </a:stretch>
        </p:blipFill>
        <p:spPr>
          <a:xfrm>
            <a:off x="1676400" y="762001"/>
            <a:ext cx="8915401" cy="2913413"/>
          </a:xfrm>
          <a:prstGeom prst="rect">
            <a:avLst/>
          </a:prstGeom>
        </p:spPr>
      </p:pic>
    </p:spTree>
    <p:extLst>
      <p:ext uri="{BB962C8B-B14F-4D97-AF65-F5344CB8AC3E}">
        <p14:creationId xmlns:p14="http://schemas.microsoft.com/office/powerpoint/2010/main" val="3065253118"/>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Event Fired rule set</a:t>
            </a:r>
          </a:p>
        </p:txBody>
      </p:sp>
      <p:sp>
        <p:nvSpPr>
          <p:cNvPr id="3" name="Content Placeholder 2"/>
          <p:cNvSpPr>
            <a:spLocks noGrp="1"/>
          </p:cNvSpPr>
          <p:nvPr>
            <p:ph sz="half" idx="1"/>
          </p:nvPr>
        </p:nvSpPr>
        <p:spPr>
          <a:xfrm>
            <a:off x="658369" y="914399"/>
            <a:ext cx="9680448" cy="1761582"/>
          </a:xfrm>
        </p:spPr>
        <p:txBody>
          <a:bodyPr/>
          <a:lstStyle/>
          <a:p>
            <a:r>
              <a:rPr lang="en-US" dirty="0"/>
              <a:t>Creates message and payload</a:t>
            </a:r>
          </a:p>
          <a:p>
            <a:pPr lvl="1">
              <a:buFont typeface="Arial" panose="020B0604020202020204" pitchFamily="34" charset="0"/>
              <a:buChar char="•"/>
            </a:pPr>
            <a:r>
              <a:rPr lang="en-US" dirty="0"/>
              <a:t>The payload typically</a:t>
            </a:r>
          </a:p>
          <a:p>
            <a:pPr lvl="2">
              <a:buFont typeface="Arial" panose="020B0604020202020204" pitchFamily="34" charset="0"/>
              <a:buChar char="•"/>
            </a:pPr>
            <a:r>
              <a:rPr lang="en-US" dirty="0"/>
              <a:t>Contains static and/or dynamically generated data</a:t>
            </a:r>
          </a:p>
          <a:p>
            <a:pPr lvl="2">
              <a:buFont typeface="Arial" panose="020B0604020202020204" pitchFamily="34" charset="0"/>
              <a:buChar char="•"/>
            </a:pPr>
            <a:r>
              <a:rPr lang="en-US" dirty="0"/>
              <a:t>Is formatted based on the needs of external system</a:t>
            </a:r>
          </a:p>
        </p:txBody>
      </p:sp>
      <p:pic>
        <p:nvPicPr>
          <p:cNvPr id="6146" name="Picture 2" descr="C:\Users\sluersen\AppData\Local\Temp\SNAGHTMLd220bd.PNG"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47496" y="6499452"/>
            <a:ext cx="3763809" cy="3268572"/>
          </a:xfrm>
          <a:prstGeom prst="rect">
            <a:avLst/>
          </a:prstGeom>
          <a:noFill/>
          <a:ln w="9525">
            <a:solidFill>
              <a:srgbClr val="000000"/>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3" name="Picture 3" hidden="1"/>
          <p:cNvPicPr>
            <a:picLocks noChangeAspect="1" noChangeArrowheads="1"/>
          </p:cNvPicPr>
          <p:nvPr/>
        </p:nvPicPr>
        <p:blipFill rotWithShape="1">
          <a:blip r:embed="rId4">
            <a:extLst>
              <a:ext uri="{28A0092B-C50C-407E-A947-70E740481C1C}">
                <a14:useLocalDpi xmlns:a14="http://schemas.microsoft.com/office/drawing/2010/main" val="0"/>
              </a:ext>
            </a:extLst>
          </a:blip>
          <a:srcRect b="44632"/>
          <a:stretch/>
        </p:blipFill>
        <p:spPr bwMode="auto">
          <a:xfrm>
            <a:off x="-304800" y="5294541"/>
            <a:ext cx="3268766" cy="2371725"/>
          </a:xfrm>
          <a:prstGeom prst="rect">
            <a:avLst/>
          </a:prstGeom>
          <a:noFill/>
          <a:ln w="9525">
            <a:solidFill>
              <a:srgbClr val="000000"/>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6" name="Picture 5">
            <a:extLst>
              <a:ext uri="{FF2B5EF4-FFF2-40B4-BE49-F238E27FC236}">
                <a16:creationId xmlns:a16="http://schemas.microsoft.com/office/drawing/2014/main" id="{F7BA924D-3C99-48F5-BEAE-0795E51B205B}"/>
              </a:ext>
            </a:extLst>
          </p:cNvPr>
          <p:cNvPicPr>
            <a:picLocks noChangeAspect="1"/>
          </p:cNvPicPr>
          <p:nvPr/>
        </p:nvPicPr>
        <p:blipFill>
          <a:blip r:embed="rId5"/>
          <a:stretch>
            <a:fillRect/>
          </a:stretch>
        </p:blipFill>
        <p:spPr>
          <a:xfrm>
            <a:off x="1773778" y="2675981"/>
            <a:ext cx="8809037" cy="3283157"/>
          </a:xfrm>
          <a:prstGeom prst="rect">
            <a:avLst/>
          </a:prstGeom>
        </p:spPr>
      </p:pic>
    </p:spTree>
    <p:extLst>
      <p:ext uri="{BB962C8B-B14F-4D97-AF65-F5344CB8AC3E}">
        <p14:creationId xmlns:p14="http://schemas.microsoft.com/office/powerpoint/2010/main" val="1570987554"/>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CAEA-6626-4586-A2E7-AFF07F33F785}"/>
              </a:ext>
            </a:extLst>
          </p:cNvPr>
          <p:cNvSpPr>
            <a:spLocks noGrp="1"/>
          </p:cNvSpPr>
          <p:nvPr>
            <p:ph type="title"/>
          </p:nvPr>
        </p:nvSpPr>
        <p:spPr/>
        <p:txBody>
          <a:bodyPr/>
          <a:lstStyle/>
          <a:p>
            <a:r>
              <a:rPr lang="en-US" sz="2600" dirty="0"/>
              <a:t>Common options for generating message payloads</a:t>
            </a:r>
            <a:endParaRPr lang="en-IN" sz="2600" dirty="0"/>
          </a:p>
        </p:txBody>
      </p:sp>
      <p:sp>
        <p:nvSpPr>
          <p:cNvPr id="3" name="Content Placeholder 2">
            <a:extLst>
              <a:ext uri="{FF2B5EF4-FFF2-40B4-BE49-F238E27FC236}">
                <a16:creationId xmlns:a16="http://schemas.microsoft.com/office/drawing/2014/main" id="{9BFFD344-14CC-4221-A76A-0942D51CC973}"/>
              </a:ext>
            </a:extLst>
          </p:cNvPr>
          <p:cNvSpPr>
            <a:spLocks noGrp="1"/>
          </p:cNvSpPr>
          <p:nvPr>
            <p:ph sz="half" idx="1"/>
          </p:nvPr>
        </p:nvSpPr>
        <p:spPr/>
        <p:txBody>
          <a:bodyPr/>
          <a:lstStyle/>
          <a:p>
            <a:r>
              <a:rPr lang="en-US" dirty="0" err="1"/>
              <a:t>Gosu</a:t>
            </a:r>
            <a:r>
              <a:rPr lang="en-US" dirty="0"/>
              <a:t> template</a:t>
            </a:r>
          </a:p>
          <a:p>
            <a:pPr lvl="1">
              <a:buFont typeface="Arial" panose="020B0604020202020204" pitchFamily="34" charset="0"/>
              <a:buChar char="•"/>
            </a:pPr>
            <a:r>
              <a:rPr lang="en-US" dirty="0"/>
              <a:t>Formatted strings with entity data</a:t>
            </a:r>
          </a:p>
          <a:p>
            <a:endParaRPr lang="en-US" dirty="0"/>
          </a:p>
          <a:p>
            <a:r>
              <a:rPr lang="en-US" dirty="0"/>
              <a:t>XML modeler</a:t>
            </a:r>
          </a:p>
          <a:p>
            <a:pPr lvl="1">
              <a:buFont typeface="Arial" panose="020B0604020202020204" pitchFamily="34" charset="0"/>
              <a:buChar char="•"/>
            </a:pPr>
            <a:r>
              <a:rPr lang="en-US" dirty="0"/>
              <a:t>Strongly typed XML with XSD validation</a:t>
            </a:r>
          </a:p>
          <a:p>
            <a:pPr lvl="1">
              <a:buFont typeface="Arial" panose="020B0604020202020204" pitchFamily="34" charset="0"/>
              <a:buChar char="•"/>
            </a:pPr>
            <a:r>
              <a:rPr lang="en-US" dirty="0"/>
              <a:t>Supports object graph</a:t>
            </a:r>
          </a:p>
          <a:p>
            <a:r>
              <a:rPr lang="en-US" dirty="0"/>
              <a:t>Integration View</a:t>
            </a:r>
          </a:p>
          <a:p>
            <a:pPr lvl="1">
              <a:buFont typeface="Arial" panose="020B0604020202020204" pitchFamily="34" charset="0"/>
              <a:buChar char="•"/>
            </a:pPr>
            <a:r>
              <a:rPr lang="en-US" dirty="0"/>
              <a:t>JSON</a:t>
            </a:r>
          </a:p>
          <a:p>
            <a:pPr lvl="1">
              <a:buFont typeface="Arial" panose="020B0604020202020204" pitchFamily="34" charset="0"/>
              <a:buChar char="•"/>
            </a:pPr>
            <a:r>
              <a:rPr lang="en-US" dirty="0"/>
              <a:t>Strongly typed XML with XSD validation</a:t>
            </a:r>
          </a:p>
        </p:txBody>
      </p:sp>
      <p:pic>
        <p:nvPicPr>
          <p:cNvPr id="5" name="Content Placeholder 4">
            <a:extLst>
              <a:ext uri="{FF2B5EF4-FFF2-40B4-BE49-F238E27FC236}">
                <a16:creationId xmlns:a16="http://schemas.microsoft.com/office/drawing/2014/main" id="{E52D55F4-30AB-4BCB-A9D1-6F8E4CF16209}"/>
              </a:ext>
            </a:extLst>
          </p:cNvPr>
          <p:cNvPicPr>
            <a:picLocks noGrp="1" noChangeAspect="1"/>
          </p:cNvPicPr>
          <p:nvPr>
            <p:ph sz="half" idx="2"/>
          </p:nvPr>
        </p:nvPicPr>
        <p:blipFill>
          <a:blip r:embed="rId2"/>
          <a:stretch>
            <a:fillRect/>
          </a:stretch>
        </p:blipFill>
        <p:spPr>
          <a:xfrm>
            <a:off x="6340249" y="914400"/>
            <a:ext cx="3959678" cy="5486400"/>
          </a:xfrm>
          <a:prstGeom prst="rect">
            <a:avLst/>
          </a:prstGeom>
        </p:spPr>
      </p:pic>
      <p:pic>
        <p:nvPicPr>
          <p:cNvPr id="6" name="Picture 5">
            <a:extLst>
              <a:ext uri="{FF2B5EF4-FFF2-40B4-BE49-F238E27FC236}">
                <a16:creationId xmlns:a16="http://schemas.microsoft.com/office/drawing/2014/main" id="{73A418A8-A9AD-4301-B5C6-BDA81BCA2A04}"/>
              </a:ext>
            </a:extLst>
          </p:cNvPr>
          <p:cNvPicPr>
            <a:picLocks noChangeAspect="1"/>
          </p:cNvPicPr>
          <p:nvPr/>
        </p:nvPicPr>
        <p:blipFill>
          <a:blip r:embed="rId3"/>
          <a:stretch>
            <a:fillRect/>
          </a:stretch>
        </p:blipFill>
        <p:spPr>
          <a:xfrm>
            <a:off x="9372600" y="490348"/>
            <a:ext cx="966216" cy="1262253"/>
          </a:xfrm>
          <a:prstGeom prst="rect">
            <a:avLst/>
          </a:prstGeom>
        </p:spPr>
      </p:pic>
    </p:spTree>
    <p:extLst>
      <p:ext uri="{BB962C8B-B14F-4D97-AF65-F5344CB8AC3E}">
        <p14:creationId xmlns:p14="http://schemas.microsoft.com/office/powerpoint/2010/main" val="1591537398"/>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11CAF-7ABD-4A18-BDCE-802C7B39AE87}"/>
              </a:ext>
            </a:extLst>
          </p:cNvPr>
          <p:cNvSpPr>
            <a:spLocks noGrp="1"/>
          </p:cNvSpPr>
          <p:nvPr>
            <p:ph type="title"/>
          </p:nvPr>
        </p:nvSpPr>
        <p:spPr/>
        <p:txBody>
          <a:bodyPr/>
          <a:lstStyle/>
          <a:p>
            <a:r>
              <a:rPr lang="en-US" dirty="0"/>
              <a:t>Late binding in the payload</a:t>
            </a:r>
            <a:endParaRPr lang="en-IN" dirty="0"/>
          </a:p>
        </p:txBody>
      </p:sp>
      <p:sp>
        <p:nvSpPr>
          <p:cNvPr id="3" name="Content Placeholder 2">
            <a:extLst>
              <a:ext uri="{FF2B5EF4-FFF2-40B4-BE49-F238E27FC236}">
                <a16:creationId xmlns:a16="http://schemas.microsoft.com/office/drawing/2014/main" id="{ECE9B10C-2D65-4416-AF39-306B928E1057}"/>
              </a:ext>
            </a:extLst>
          </p:cNvPr>
          <p:cNvSpPr>
            <a:spLocks noGrp="1"/>
          </p:cNvSpPr>
          <p:nvPr>
            <p:ph sz="half" idx="1"/>
          </p:nvPr>
        </p:nvSpPr>
        <p:spPr>
          <a:xfrm>
            <a:off x="658369" y="3802596"/>
            <a:ext cx="9680448" cy="2598203"/>
          </a:xfrm>
        </p:spPr>
        <p:txBody>
          <a:bodyPr/>
          <a:lstStyle/>
          <a:p>
            <a:r>
              <a:rPr lang="en-US" sz="2000" dirty="0"/>
              <a:t>A </a:t>
            </a:r>
            <a:r>
              <a:rPr lang="en-US" sz="2000" b="1" dirty="0"/>
              <a:t>late binding value</a:t>
            </a:r>
            <a:r>
              <a:rPr lang="en-US" sz="2000" dirty="0"/>
              <a:t> is a message payload value that cannot be determined until right before the message is sent</a:t>
            </a:r>
          </a:p>
          <a:p>
            <a:pPr lvl="1">
              <a:buFont typeface="Arial" panose="020B0604020202020204" pitchFamily="34" charset="0"/>
              <a:buChar char="•"/>
            </a:pPr>
            <a:r>
              <a:rPr lang="en-US" sz="1800" dirty="0"/>
              <a:t>Use placeholders (tokens) during payload generation in the Event Fired business rules action logic (event-time)</a:t>
            </a:r>
          </a:p>
          <a:p>
            <a:r>
              <a:rPr lang="en-US" sz="2000" dirty="0"/>
              <a:t>Message Request plugin (send-time) may search for and replace such late binding tokens with the data values immediately before the message is sent out</a:t>
            </a:r>
            <a:endParaRPr lang="en-IN" sz="2000" dirty="0"/>
          </a:p>
        </p:txBody>
      </p:sp>
      <p:pic>
        <p:nvPicPr>
          <p:cNvPr id="5" name="Picture 4">
            <a:extLst>
              <a:ext uri="{FF2B5EF4-FFF2-40B4-BE49-F238E27FC236}">
                <a16:creationId xmlns:a16="http://schemas.microsoft.com/office/drawing/2014/main" id="{955FF040-F216-42C7-8764-FB75F148B488}"/>
              </a:ext>
            </a:extLst>
          </p:cNvPr>
          <p:cNvPicPr>
            <a:picLocks noChangeAspect="1"/>
          </p:cNvPicPr>
          <p:nvPr/>
        </p:nvPicPr>
        <p:blipFill>
          <a:blip r:embed="rId2"/>
          <a:stretch>
            <a:fillRect/>
          </a:stretch>
        </p:blipFill>
        <p:spPr>
          <a:xfrm>
            <a:off x="1752601" y="787148"/>
            <a:ext cx="8586215" cy="2598203"/>
          </a:xfrm>
          <a:prstGeom prst="rect">
            <a:avLst/>
          </a:prstGeom>
        </p:spPr>
      </p:pic>
    </p:spTree>
    <p:extLst>
      <p:ext uri="{BB962C8B-B14F-4D97-AF65-F5344CB8AC3E}">
        <p14:creationId xmlns:p14="http://schemas.microsoft.com/office/powerpoint/2010/main" val="582151759"/>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Event Fired rule set hierarchy structure</a:t>
            </a:r>
          </a:p>
        </p:txBody>
      </p:sp>
      <p:sp>
        <p:nvSpPr>
          <p:cNvPr id="4" name="Content Placeholder 3"/>
          <p:cNvSpPr>
            <a:spLocks noGrp="1"/>
          </p:cNvSpPr>
          <p:nvPr>
            <p:ph idx="1"/>
          </p:nvPr>
        </p:nvSpPr>
        <p:spPr>
          <a:xfrm>
            <a:off x="658368" y="3504379"/>
            <a:ext cx="9703245" cy="2286822"/>
          </a:xfrm>
        </p:spPr>
        <p:txBody>
          <a:bodyPr>
            <a:normAutofit/>
          </a:bodyPr>
          <a:lstStyle/>
          <a:p>
            <a:r>
              <a:rPr lang="en-US" dirty="0"/>
              <a:t>Create a rule hierarchy to filter </a:t>
            </a:r>
            <a:r>
              <a:rPr lang="en-US" dirty="0" err="1"/>
              <a:t>MessageContext</a:t>
            </a:r>
            <a:r>
              <a:rPr lang="en-US" dirty="0"/>
              <a:t> objects</a:t>
            </a:r>
          </a:p>
          <a:p>
            <a:pPr lvl="1">
              <a:buFont typeface="Arial" panose="020B0604020202020204" pitchFamily="34" charset="0"/>
              <a:buChar char="•"/>
            </a:pPr>
            <a:r>
              <a:rPr lang="en-US" dirty="0"/>
              <a:t>First, by destination ID...</a:t>
            </a:r>
          </a:p>
          <a:p>
            <a:pPr lvl="1">
              <a:buFont typeface="Arial" panose="020B0604020202020204" pitchFamily="34" charset="0"/>
              <a:buChar char="•"/>
            </a:pPr>
            <a:r>
              <a:rPr lang="en-US" dirty="0"/>
              <a:t>Then, by root entity type...</a:t>
            </a:r>
          </a:p>
          <a:p>
            <a:pPr lvl="1">
              <a:buFont typeface="Arial" panose="020B0604020202020204" pitchFamily="34" charset="0"/>
              <a:buChar char="•"/>
            </a:pPr>
            <a:r>
              <a:rPr lang="en-US" dirty="0"/>
              <a:t>Then, by event name...</a:t>
            </a:r>
          </a:p>
          <a:p>
            <a:pPr lvl="1">
              <a:buFont typeface="Arial" panose="020B0604020202020204" pitchFamily="34" charset="0"/>
              <a:buChar char="•"/>
            </a:pPr>
            <a:r>
              <a:rPr lang="en-US" dirty="0"/>
              <a:t>Finally, by any other relevant logic, such as fields of interest changed</a:t>
            </a:r>
          </a:p>
          <a:p>
            <a:endParaRPr lang="en-US" dirty="0"/>
          </a:p>
        </p:txBody>
      </p:sp>
      <p:pic>
        <p:nvPicPr>
          <p:cNvPr id="5" name="Picture 4">
            <a:extLst>
              <a:ext uri="{FF2B5EF4-FFF2-40B4-BE49-F238E27FC236}">
                <a16:creationId xmlns:a16="http://schemas.microsoft.com/office/drawing/2014/main" id="{AFDA9705-ABF0-4941-9C01-148EB47424B7}"/>
              </a:ext>
            </a:extLst>
          </p:cNvPr>
          <p:cNvPicPr>
            <a:picLocks noChangeAspect="1"/>
          </p:cNvPicPr>
          <p:nvPr/>
        </p:nvPicPr>
        <p:blipFill>
          <a:blip r:embed="rId3"/>
          <a:stretch>
            <a:fillRect/>
          </a:stretch>
        </p:blipFill>
        <p:spPr>
          <a:xfrm>
            <a:off x="1658472" y="533401"/>
            <a:ext cx="9009529" cy="2556449"/>
          </a:xfrm>
          <a:prstGeom prst="rect">
            <a:avLst/>
          </a:prstGeom>
        </p:spPr>
      </p:pic>
    </p:spTree>
    <p:extLst>
      <p:ext uri="{BB962C8B-B14F-4D97-AF65-F5344CB8AC3E}">
        <p14:creationId xmlns:p14="http://schemas.microsoft.com/office/powerpoint/2010/main" val="998971418"/>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18873"/>
            <a:ext cx="9677400" cy="742951"/>
          </a:xfrm>
        </p:spPr>
        <p:txBody>
          <a:bodyPr/>
          <a:lstStyle/>
          <a:p>
            <a:r>
              <a:rPr lang="en-US" dirty="0"/>
              <a:t>Creating a message from MessageContexts</a:t>
            </a:r>
          </a:p>
        </p:txBody>
      </p:sp>
      <p:sp>
        <p:nvSpPr>
          <p:cNvPr id="3" name="Content Placeholder 2"/>
          <p:cNvSpPr>
            <a:spLocks noGrp="1"/>
          </p:cNvSpPr>
          <p:nvPr>
            <p:ph idx="1"/>
          </p:nvPr>
        </p:nvSpPr>
        <p:spPr>
          <a:xfrm>
            <a:off x="762000" y="3124200"/>
            <a:ext cx="10668000" cy="3276600"/>
          </a:xfrm>
        </p:spPr>
        <p:txBody>
          <a:bodyPr/>
          <a:lstStyle/>
          <a:p>
            <a:r>
              <a:rPr lang="en-US" dirty="0"/>
              <a:t>Be extremely careful about modifying entity data in Event Fired rules and messaging plugin implementations</a:t>
            </a:r>
          </a:p>
          <a:p>
            <a:pPr lvl="1">
              <a:buFont typeface="Arial" panose="020B0604020202020204" pitchFamily="34" charset="0"/>
              <a:buChar char="•"/>
            </a:pPr>
            <a:r>
              <a:rPr lang="en-US" dirty="0"/>
              <a:t>Entity changes in these code locations do not cause the application to run or re-run validation or </a:t>
            </a:r>
            <a:r>
              <a:rPr lang="en-US" dirty="0" err="1"/>
              <a:t>preupdate</a:t>
            </a:r>
            <a:r>
              <a:rPr lang="en-US" dirty="0"/>
              <a:t> rules.</a:t>
            </a:r>
          </a:p>
          <a:p>
            <a:pPr lvl="1">
              <a:buFont typeface="Arial" panose="020B0604020202020204" pitchFamily="34" charset="0"/>
              <a:buChar char="•"/>
            </a:pPr>
            <a:r>
              <a:rPr lang="en-US" dirty="0"/>
              <a:t>Use rules to perform only the minimal data changes necessary for integration code</a:t>
            </a:r>
          </a:p>
          <a:p>
            <a:pPr lvl="2">
              <a:buFont typeface="Arial" panose="020B0604020202020204" pitchFamily="34" charset="0"/>
              <a:buChar char="•"/>
            </a:pPr>
            <a:r>
              <a:rPr lang="en-US" dirty="0"/>
              <a:t>Only changes fields that are not modifiable from the user interface.</a:t>
            </a:r>
          </a:p>
          <a:p>
            <a:pPr lvl="2">
              <a:buFont typeface="Arial" panose="020B0604020202020204" pitchFamily="34" charset="0"/>
              <a:buChar char="•"/>
            </a:pPr>
            <a:r>
              <a:rPr lang="en-US" dirty="0"/>
              <a:t>For example, you might set custom data model extension flags only used by messaging code.</a:t>
            </a:r>
          </a:p>
        </p:txBody>
      </p:sp>
      <p:pic>
        <p:nvPicPr>
          <p:cNvPr id="4" name="Picture 3">
            <a:extLst>
              <a:ext uri="{FF2B5EF4-FFF2-40B4-BE49-F238E27FC236}">
                <a16:creationId xmlns:a16="http://schemas.microsoft.com/office/drawing/2014/main" id="{016A4A6D-5F63-46DB-9C6B-16317F7F3C2F}"/>
              </a:ext>
            </a:extLst>
          </p:cNvPr>
          <p:cNvPicPr>
            <a:picLocks noChangeAspect="1"/>
          </p:cNvPicPr>
          <p:nvPr/>
        </p:nvPicPr>
        <p:blipFill>
          <a:blip r:embed="rId3"/>
          <a:stretch>
            <a:fillRect/>
          </a:stretch>
        </p:blipFill>
        <p:spPr>
          <a:xfrm>
            <a:off x="762000" y="1083082"/>
            <a:ext cx="8915400" cy="1819860"/>
          </a:xfrm>
          <a:prstGeom prst="rect">
            <a:avLst/>
          </a:prstGeom>
        </p:spPr>
      </p:pic>
    </p:spTree>
    <p:extLst>
      <p:ext uri="{BB962C8B-B14F-4D97-AF65-F5344CB8AC3E}">
        <p14:creationId xmlns:p14="http://schemas.microsoft.com/office/powerpoint/2010/main" val="2778110910"/>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Deploy code changes</a:t>
            </a:r>
          </a:p>
        </p:txBody>
      </p:sp>
      <p:sp>
        <p:nvSpPr>
          <p:cNvPr id="6" name="Subtitle 5"/>
          <p:cNvSpPr>
            <a:spLocks noGrp="1"/>
          </p:cNvSpPr>
          <p:nvPr>
            <p:ph type="subTitle" idx="10"/>
          </p:nvPr>
        </p:nvSpPr>
        <p:spPr/>
        <p:txBody>
          <a:bodyPr/>
          <a:lstStyle/>
          <a:p>
            <a:r>
              <a:rPr lang="en-US" dirty="0"/>
              <a:t>Restart Server</a:t>
            </a:r>
          </a:p>
        </p:txBody>
      </p:sp>
      <p:sp>
        <p:nvSpPr>
          <p:cNvPr id="7" name="Text Placeholder 6"/>
          <p:cNvSpPr>
            <a:spLocks noGrp="1"/>
          </p:cNvSpPr>
          <p:nvPr>
            <p:ph type="body" sz="quarter" idx="11"/>
          </p:nvPr>
        </p:nvSpPr>
        <p:spPr/>
        <p:txBody>
          <a:bodyPr/>
          <a:lstStyle/>
          <a:p>
            <a:r>
              <a:rPr lang="en-US" dirty="0"/>
              <a:t>Reload Changed Classes </a:t>
            </a:r>
            <a:br>
              <a:rPr lang="en-US" dirty="0"/>
            </a:br>
            <a:endParaRPr lang="en-US" dirty="0"/>
          </a:p>
        </p:txBody>
      </p:sp>
      <p:sp>
        <p:nvSpPr>
          <p:cNvPr id="5" name="Content Placeholder 4"/>
          <p:cNvSpPr>
            <a:spLocks noGrp="1"/>
          </p:cNvSpPr>
          <p:nvPr>
            <p:ph sz="half" idx="2"/>
          </p:nvPr>
        </p:nvSpPr>
        <p:spPr/>
        <p:txBody>
          <a:bodyPr/>
          <a:lstStyle/>
          <a:p>
            <a:r>
              <a:rPr lang="en-US" dirty="0"/>
              <a:t>Newly created and modified event fired rules</a:t>
            </a:r>
          </a:p>
        </p:txBody>
      </p:sp>
      <p:sp>
        <p:nvSpPr>
          <p:cNvPr id="4" name="Content Placeholder 3"/>
          <p:cNvSpPr>
            <a:spLocks noGrp="1"/>
          </p:cNvSpPr>
          <p:nvPr>
            <p:ph sz="half" idx="1"/>
          </p:nvPr>
        </p:nvSpPr>
        <p:spPr/>
        <p:txBody>
          <a:bodyPr/>
          <a:lstStyle/>
          <a:p>
            <a:r>
              <a:rPr lang="en-US" dirty="0"/>
              <a:t>Create a rule hierarchy (parent rule and then children rules)</a:t>
            </a:r>
          </a:p>
        </p:txBody>
      </p:sp>
      <p:pic>
        <p:nvPicPr>
          <p:cNvPr id="3" name="Picture 2">
            <a:extLst>
              <a:ext uri="{FF2B5EF4-FFF2-40B4-BE49-F238E27FC236}">
                <a16:creationId xmlns:a16="http://schemas.microsoft.com/office/drawing/2014/main" id="{C06BB664-5424-4E7D-8D5B-9463F2CC70CF}"/>
              </a:ext>
            </a:extLst>
          </p:cNvPr>
          <p:cNvPicPr>
            <a:picLocks noChangeAspect="1"/>
          </p:cNvPicPr>
          <p:nvPr/>
        </p:nvPicPr>
        <p:blipFill>
          <a:blip r:embed="rId3"/>
          <a:stretch>
            <a:fillRect/>
          </a:stretch>
        </p:blipFill>
        <p:spPr>
          <a:xfrm>
            <a:off x="2209800" y="3133270"/>
            <a:ext cx="3429001" cy="2505531"/>
          </a:xfrm>
          <a:prstGeom prst="rect">
            <a:avLst/>
          </a:prstGeom>
        </p:spPr>
      </p:pic>
      <p:pic>
        <p:nvPicPr>
          <p:cNvPr id="8" name="Picture 7">
            <a:extLst>
              <a:ext uri="{FF2B5EF4-FFF2-40B4-BE49-F238E27FC236}">
                <a16:creationId xmlns:a16="http://schemas.microsoft.com/office/drawing/2014/main" id="{E03EA910-9470-4971-A3FA-EBCC6B9A696B}"/>
              </a:ext>
            </a:extLst>
          </p:cNvPr>
          <p:cNvPicPr>
            <a:picLocks noChangeAspect="1"/>
          </p:cNvPicPr>
          <p:nvPr/>
        </p:nvPicPr>
        <p:blipFill>
          <a:blip r:embed="rId4"/>
          <a:stretch>
            <a:fillRect/>
          </a:stretch>
        </p:blipFill>
        <p:spPr>
          <a:xfrm>
            <a:off x="6705601" y="2726907"/>
            <a:ext cx="3095625" cy="3318255"/>
          </a:xfrm>
          <a:prstGeom prst="rect">
            <a:avLst/>
          </a:prstGeom>
        </p:spPr>
      </p:pic>
    </p:spTree>
    <p:extLst>
      <p:ext uri="{BB962C8B-B14F-4D97-AF65-F5344CB8AC3E}">
        <p14:creationId xmlns:p14="http://schemas.microsoft.com/office/powerpoint/2010/main" val="2715874395"/>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lvl="1"/>
            <a:r>
              <a:rPr lang="en-US" dirty="0"/>
              <a:t>Describe how event messages are triggered</a:t>
            </a:r>
          </a:p>
          <a:p>
            <a:pPr lvl="1"/>
            <a:r>
              <a:rPr lang="en-US" dirty="0"/>
              <a:t>Create destinations and configure required fields</a:t>
            </a:r>
          </a:p>
          <a:p>
            <a:pPr lvl="1"/>
            <a:r>
              <a:rPr lang="en-US" dirty="0"/>
              <a:t>Create messages in Event Fired rules</a:t>
            </a:r>
          </a:p>
          <a:p>
            <a:pPr lvl="1"/>
            <a:r>
              <a:rPr lang="en-US" dirty="0"/>
              <a:t>Describe the role that message payloads play in messaging</a:t>
            </a:r>
          </a:p>
        </p:txBody>
      </p:sp>
    </p:spTree>
    <p:extLst>
      <p:ext uri="{BB962C8B-B14F-4D97-AF65-F5344CB8AC3E}">
        <p14:creationId xmlns:p14="http://schemas.microsoft.com/office/powerpoint/2010/main" val="2572789764"/>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1000" y="1219200"/>
            <a:ext cx="10302240" cy="4425696"/>
          </a:xfrm>
        </p:spPr>
        <p:txBody>
          <a:bodyPr/>
          <a:lstStyle/>
          <a:p>
            <a:pPr marL="0" indent="0">
              <a:buNone/>
            </a:pPr>
            <a:endParaRPr lang="en-US" sz="2400" dirty="0">
              <a:solidFill>
                <a:schemeClr val="bg1"/>
              </a:solidFill>
            </a:endParaRPr>
          </a:p>
        </p:txBody>
      </p:sp>
      <p:sp>
        <p:nvSpPr>
          <p:cNvPr id="3" name="Title 1"/>
          <p:cNvSpPr txBox="1">
            <a:spLocks/>
          </p:cNvSpPr>
          <p:nvPr/>
        </p:nvSpPr>
        <p:spPr bwMode="auto">
          <a:xfrm>
            <a:off x="1095732" y="2279391"/>
            <a:ext cx="8974667" cy="812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4000" kern="0" dirty="0"/>
              <a:t>DEMO</a:t>
            </a:r>
          </a:p>
        </p:txBody>
      </p:sp>
    </p:spTree>
    <p:extLst>
      <p:ext uri="{BB962C8B-B14F-4D97-AF65-F5344CB8AC3E}">
        <p14:creationId xmlns:p14="http://schemas.microsoft.com/office/powerpoint/2010/main" val="40952843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pPr marL="0" indent="0">
              <a:buNone/>
            </a:pPr>
            <a:r>
              <a:rPr lang="en-US" sz="2400" b="1" dirty="0">
                <a:solidFill>
                  <a:schemeClr val="bg1"/>
                </a:solidFill>
                <a:ea typeface="+mn-lt"/>
                <a:cs typeface="+mn-lt"/>
              </a:rPr>
              <a:t>Demo : 1</a:t>
            </a:r>
            <a:endParaRPr lang="en-US" dirty="0">
              <a:solidFill>
                <a:schemeClr val="bg1"/>
              </a:solidFill>
              <a:ea typeface="+mn-lt"/>
              <a:cs typeface="+mn-lt"/>
            </a:endParaRPr>
          </a:p>
          <a:p>
            <a:r>
              <a:rPr lang="en-US" sz="2400" dirty="0">
                <a:solidFill>
                  <a:schemeClr val="bg1"/>
                </a:solidFill>
                <a:ea typeface="+mn-lt"/>
                <a:cs typeface="+mn-lt"/>
              </a:rPr>
              <a:t>The video demonstrates testing the following messaging components for bank account verification:</a:t>
            </a:r>
            <a:endParaRPr lang="en-US" sz="5850" dirty="0">
              <a:solidFill>
                <a:schemeClr val="bg1"/>
              </a:solidFill>
            </a:endParaRPr>
          </a:p>
          <a:p>
            <a:pPr lvl="1"/>
            <a:r>
              <a:rPr lang="en-US" sz="2400" dirty="0">
                <a:ea typeface="+mn-lt"/>
                <a:cs typeface="+mn-lt"/>
              </a:rPr>
              <a:t>Configuration of </a:t>
            </a:r>
            <a:r>
              <a:rPr lang="en-US" sz="2400" dirty="0" err="1">
                <a:ea typeface="+mn-lt"/>
                <a:cs typeface="+mn-lt"/>
              </a:rPr>
              <a:t>BankAccountEntity</a:t>
            </a:r>
            <a:r>
              <a:rPr lang="en-US" sz="2400" dirty="0">
                <a:ea typeface="+mn-lt"/>
                <a:cs typeface="+mn-lt"/>
              </a:rPr>
              <a:t> to make it </a:t>
            </a:r>
            <a:r>
              <a:rPr lang="en-US" sz="2400" dirty="0" err="1">
                <a:ea typeface="+mn-lt"/>
                <a:cs typeface="+mn-lt"/>
              </a:rPr>
              <a:t>EventAware</a:t>
            </a:r>
            <a:r>
              <a:rPr lang="en-US" sz="2400" dirty="0">
                <a:ea typeface="+mn-lt"/>
                <a:cs typeface="+mn-lt"/>
              </a:rPr>
              <a:t>.</a:t>
            </a:r>
          </a:p>
          <a:p>
            <a:pPr lvl="1"/>
            <a:r>
              <a:rPr lang="en-US" sz="2400" dirty="0">
                <a:ea typeface="+mn-lt"/>
                <a:cs typeface="+mn-lt"/>
              </a:rPr>
              <a:t>Configuration of the destination focusing on the required fields.</a:t>
            </a:r>
          </a:p>
          <a:p>
            <a:pPr lvl="1"/>
            <a:r>
              <a:rPr lang="en-US" sz="2400" dirty="0">
                <a:ea typeface="+mn-lt"/>
                <a:cs typeface="+mn-lt"/>
              </a:rPr>
              <a:t>Triggering a message in the UI.</a:t>
            </a:r>
          </a:p>
          <a:p>
            <a:r>
              <a:rPr lang="en-US" sz="2400" dirty="0">
                <a:solidFill>
                  <a:schemeClr val="bg1"/>
                </a:solidFill>
                <a:ea typeface="+mn-lt"/>
                <a:cs typeface="+mn-lt"/>
              </a:rPr>
              <a:t>Pre-Requisites</a:t>
            </a:r>
            <a:endParaRPr lang="en-US" dirty="0">
              <a:solidFill>
                <a:schemeClr val="bg1"/>
              </a:solidFill>
            </a:endParaRPr>
          </a:p>
          <a:p>
            <a:pPr lvl="1"/>
            <a:r>
              <a:rPr lang="en-US" sz="2400" dirty="0">
                <a:ea typeface="+mn-lt"/>
                <a:cs typeface="+mn-lt"/>
              </a:rPr>
              <a:t>Training App and Studio</a:t>
            </a:r>
          </a:p>
          <a:p>
            <a:pPr lvl="1"/>
            <a:r>
              <a:rPr lang="en-US" sz="2400" dirty="0">
                <a:ea typeface="+mn-lt"/>
                <a:cs typeface="+mn-lt"/>
              </a:rPr>
              <a:t>External App</a:t>
            </a:r>
          </a:p>
          <a:p>
            <a:pPr lvl="1"/>
            <a:r>
              <a:rPr lang="en-US" sz="2400" dirty="0">
                <a:ea typeface="+mn-lt"/>
                <a:cs typeface="+mn-lt"/>
              </a:rPr>
              <a:t>Supported Browser</a:t>
            </a:r>
            <a:endParaRPr lang="en-US" dirty="0"/>
          </a:p>
        </p:txBody>
      </p:sp>
      <p:sp>
        <p:nvSpPr>
          <p:cNvPr id="3" name="Slide Number"/>
          <p:cNvSpPr txBox="1"/>
          <p:nvPr/>
        </p:nvSpPr>
        <p:spPr>
          <a:xfrm>
            <a:off x="508000" y="6350000"/>
            <a:ext cx="302429" cy="164212"/>
          </a:xfrm>
          <a:prstGeom prst="rect">
            <a:avLst/>
          </a:prstGeom>
        </p:spPr>
        <p:txBody>
          <a:bodyPr vert="horz" wrap="square" lIns="0" tIns="0" rIns="0" bIns="0" rtlCol="0">
            <a:spAutoFit/>
          </a:bodyPr>
          <a:lstStyle/>
          <a:p>
            <a:pPr algn="ctr"/>
            <a:r>
              <a:rPr lang="en-US" sz="1067">
                <a:solidFill>
                  <a:srgbClr val="0032A1"/>
                </a:solidFill>
                <a:latin typeface="Arial" panose="020B0604020202020204" pitchFamily="34" charset="0"/>
              </a:rPr>
              <a:t>7</a:t>
            </a:r>
            <a:endParaRPr lang="en-US" sz="1067" dirty="0">
              <a:solidFill>
                <a:srgbClr val="0032A1"/>
              </a:solidFill>
              <a:latin typeface="Arial" panose="020B0604020202020204" pitchFamily="34" charset="0"/>
            </a:endParaRPr>
          </a:p>
        </p:txBody>
      </p:sp>
    </p:spTree>
    <p:extLst>
      <p:ext uri="{BB962C8B-B14F-4D97-AF65-F5344CB8AC3E}">
        <p14:creationId xmlns:p14="http://schemas.microsoft.com/office/powerpoint/2010/main" val="15757507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2023204-19CE-4022-9EF2-9DDFAFC05B71}"/>
              </a:ext>
            </a:extLst>
          </p:cNvPr>
          <p:cNvSpPr>
            <a:spLocks noGrp="1"/>
          </p:cNvSpPr>
          <p:nvPr>
            <p:ph type="body" sz="quarter" idx="10"/>
          </p:nvPr>
        </p:nvSpPr>
        <p:spPr/>
        <p:txBody>
          <a:bodyPr/>
          <a:lstStyle/>
          <a:p>
            <a:pPr marL="0" indent="0">
              <a:buNone/>
            </a:pPr>
            <a:r>
              <a:rPr lang="en-US" sz="2400" b="1" dirty="0">
                <a:solidFill>
                  <a:schemeClr val="bg1"/>
                </a:solidFill>
                <a:cs typeface="Arial"/>
              </a:rPr>
              <a:t>Demo : 2</a:t>
            </a:r>
          </a:p>
          <a:p>
            <a:r>
              <a:rPr lang="en-US" sz="2400" dirty="0">
                <a:solidFill>
                  <a:schemeClr val="bg1"/>
                </a:solidFill>
                <a:cs typeface="Arial"/>
              </a:rPr>
              <a:t>The video demonstrates testing the following messaging components for bank account verification:</a:t>
            </a:r>
            <a:endParaRPr lang="en-US" sz="2400">
              <a:solidFill>
                <a:schemeClr val="bg1"/>
              </a:solidFill>
              <a:ea typeface="+mn-lt"/>
              <a:cs typeface="Arial"/>
            </a:endParaRPr>
          </a:p>
          <a:p>
            <a:pPr lvl="1"/>
            <a:r>
              <a:rPr lang="en-US" sz="2400" dirty="0">
                <a:ea typeface="+mn-lt"/>
                <a:cs typeface="+mn-lt"/>
              </a:rPr>
              <a:t>Creating a message from </a:t>
            </a:r>
            <a:r>
              <a:rPr lang="en-US" sz="2400" dirty="0" err="1">
                <a:ea typeface="+mn-lt"/>
                <a:cs typeface="+mn-lt"/>
              </a:rPr>
              <a:t>MessageContexts</a:t>
            </a:r>
            <a:endParaRPr lang="en-US" sz="2400" dirty="0" err="1">
              <a:ea typeface="+mn-lt"/>
              <a:cs typeface="Arial"/>
            </a:endParaRPr>
          </a:p>
          <a:p>
            <a:r>
              <a:rPr lang="en-US" sz="2400" dirty="0">
                <a:solidFill>
                  <a:schemeClr val="bg1"/>
                </a:solidFill>
                <a:cs typeface="Arial"/>
              </a:rPr>
              <a:t>Pre-Requisites</a:t>
            </a:r>
            <a:endParaRPr lang="en-US" sz="2400">
              <a:solidFill>
                <a:schemeClr val="bg1"/>
              </a:solidFill>
              <a:ea typeface="+mn-lt"/>
              <a:cs typeface="Arial"/>
            </a:endParaRPr>
          </a:p>
          <a:p>
            <a:pPr lvl="1"/>
            <a:r>
              <a:rPr lang="en-US" sz="2400" dirty="0">
                <a:cs typeface="Arial"/>
              </a:rPr>
              <a:t>Training App and Studio</a:t>
            </a:r>
            <a:endParaRPr lang="en-US" sz="2400">
              <a:ea typeface="+mn-lt"/>
              <a:cs typeface="Arial"/>
            </a:endParaRPr>
          </a:p>
          <a:p>
            <a:pPr lvl="1"/>
            <a:r>
              <a:rPr lang="en-US" sz="2400" dirty="0">
                <a:cs typeface="Arial"/>
              </a:rPr>
              <a:t>External App</a:t>
            </a:r>
            <a:endParaRPr lang="en-US" sz="2400">
              <a:ea typeface="+mn-lt"/>
              <a:cs typeface="Arial"/>
            </a:endParaRPr>
          </a:p>
          <a:p>
            <a:pPr lvl="1"/>
            <a:r>
              <a:rPr lang="en-US" sz="2400" dirty="0">
                <a:cs typeface="Arial"/>
              </a:rPr>
              <a:t>Supported Browser</a:t>
            </a:r>
          </a:p>
        </p:txBody>
      </p:sp>
    </p:spTree>
    <p:extLst>
      <p:ext uri="{BB962C8B-B14F-4D97-AF65-F5344CB8AC3E}">
        <p14:creationId xmlns:p14="http://schemas.microsoft.com/office/powerpoint/2010/main" val="19248919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1000" y="1219200"/>
            <a:ext cx="10302240" cy="4425696"/>
          </a:xfrm>
        </p:spPr>
        <p:txBody>
          <a:bodyPr/>
          <a:lstStyle/>
          <a:p>
            <a:pPr marL="0" indent="0">
              <a:buNone/>
            </a:pPr>
            <a:endParaRPr lang="en-US" sz="2400" dirty="0">
              <a:solidFill>
                <a:schemeClr val="bg1"/>
              </a:solidFill>
            </a:endParaRPr>
          </a:p>
        </p:txBody>
      </p:sp>
      <p:sp>
        <p:nvSpPr>
          <p:cNvPr id="3" name="Title 1"/>
          <p:cNvSpPr txBox="1">
            <a:spLocks/>
          </p:cNvSpPr>
          <p:nvPr/>
        </p:nvSpPr>
        <p:spPr bwMode="auto">
          <a:xfrm>
            <a:off x="1095732" y="2279391"/>
            <a:ext cx="8974667" cy="812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4000" kern="0" dirty="0"/>
              <a:t>LAB</a:t>
            </a:r>
          </a:p>
        </p:txBody>
      </p:sp>
    </p:spTree>
    <p:extLst>
      <p:ext uri="{BB962C8B-B14F-4D97-AF65-F5344CB8AC3E}">
        <p14:creationId xmlns:p14="http://schemas.microsoft.com/office/powerpoint/2010/main" val="24319660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1000" y="1219200"/>
            <a:ext cx="10302240" cy="4425696"/>
          </a:xfrm>
        </p:spPr>
        <p:txBody>
          <a:bodyPr/>
          <a:lstStyle/>
          <a:p>
            <a:pPr marL="0" indent="0">
              <a:buNone/>
            </a:pPr>
            <a:r>
              <a:rPr lang="en-US" sz="2400" dirty="0">
                <a:solidFill>
                  <a:schemeClr val="bg1"/>
                </a:solidFill>
              </a:rPr>
              <a:t>Complete the exercises listed in  “Triggering messages” and “Creating messages” chapter in the “InsuranceSuite 10 Integration: Kickstart “ work book</a:t>
            </a:r>
          </a:p>
        </p:txBody>
      </p:sp>
    </p:spTree>
    <p:extLst>
      <p:ext uri="{BB962C8B-B14F-4D97-AF65-F5344CB8AC3E}">
        <p14:creationId xmlns:p14="http://schemas.microsoft.com/office/powerpoint/2010/main" val="26730640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When does a message event get triggered?</a:t>
            </a:r>
          </a:p>
          <a:p>
            <a:r>
              <a:rPr lang="en-US" dirty="0"/>
              <a:t>What is the primary purpose of the MessageContext entity?</a:t>
            </a:r>
          </a:p>
          <a:p>
            <a:r>
              <a:rPr lang="en-US" dirty="0"/>
              <a:t>A Guidewire application has seven destinations and an event-aware entity called Escalation. When an Escalation is created, what is the maximum number of MessageContexts that might get created? What is the minimum?</a:t>
            </a:r>
          </a:p>
          <a:p>
            <a:r>
              <a:rPr lang="en-US" dirty="0"/>
              <a:t>What plugin is required for every destination? What does this plugin do?</a:t>
            </a:r>
          </a:p>
          <a:p>
            <a:r>
              <a:rPr lang="en-US" dirty="0"/>
              <a:t>Why does every Event Fired rule cast the MessageContext.Root object it receives?</a:t>
            </a:r>
          </a:p>
          <a:p>
            <a:endParaRPr lang="en-US" dirty="0"/>
          </a:p>
        </p:txBody>
      </p:sp>
    </p:spTree>
    <p:extLst>
      <p:ext uri="{BB962C8B-B14F-4D97-AF65-F5344CB8AC3E}">
        <p14:creationId xmlns:p14="http://schemas.microsoft.com/office/powerpoint/2010/main" val="716315715"/>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19474" b="19474"/>
          <a:stretch>
            <a:fillRect/>
          </a:stretch>
        </p:blipFill>
        <p:spPr/>
      </p:pic>
      <p:sp>
        <p:nvSpPr>
          <p:cNvPr id="3" name="Text Placeholder 2"/>
          <p:cNvSpPr>
            <a:spLocks noGrp="1"/>
          </p:cNvSpPr>
          <p:nvPr>
            <p:ph type="body" sz="quarter" idx="11"/>
          </p:nvPr>
        </p:nvSpPr>
        <p:spPr/>
        <p:txBody>
          <a:bodyPr/>
          <a:lstStyle/>
          <a:p>
            <a:endParaRPr lang="en-US" dirty="0"/>
          </a:p>
        </p:txBody>
      </p:sp>
      <p:sp>
        <p:nvSpPr>
          <p:cNvPr id="4" name="Text Placeholder 3"/>
          <p:cNvSpPr>
            <a:spLocks noGrp="1"/>
          </p:cNvSpPr>
          <p:nvPr>
            <p:ph type="body" sz="quarter" idx="12"/>
          </p:nvPr>
        </p:nvSpPr>
        <p:spPr/>
        <p:txBody>
          <a:bodyPr/>
          <a:lstStyle/>
          <a:p>
            <a:endParaRPr lang="en-US" dirty="0"/>
          </a:p>
        </p:txBody>
      </p:sp>
    </p:spTree>
    <p:extLst>
      <p:ext uri="{BB962C8B-B14F-4D97-AF65-F5344CB8AC3E}">
        <p14:creationId xmlns:p14="http://schemas.microsoft.com/office/powerpoint/2010/main" val="2819420817"/>
      </p:ext>
    </p:extLst>
  </p:cSld>
  <p:clrMapOvr>
    <a:masterClrMapping/>
  </p:clrMapOvr>
</p:sld>
</file>

<file path=ppt/theme/theme1.xml><?xml version="1.0" encoding="utf-8"?>
<a:theme xmlns:a="http://schemas.openxmlformats.org/drawingml/2006/main" name="Emerald_Template">
  <a:themeElements>
    <a:clrScheme name="TA80_CurrDev_ThemeColorsSetA">
      <a:dk1>
        <a:srgbClr val="000000"/>
      </a:dk1>
      <a:lt1>
        <a:srgbClr val="FFFFFF"/>
      </a:lt1>
      <a:dk2>
        <a:srgbClr val="000000"/>
      </a:dk2>
      <a:lt2>
        <a:srgbClr val="FFFFFF"/>
      </a:lt2>
      <a:accent1>
        <a:srgbClr val="D33941"/>
      </a:accent1>
      <a:accent2>
        <a:srgbClr val="E5BA03"/>
      </a:accent2>
      <a:accent3>
        <a:srgbClr val="645893"/>
      </a:accent3>
      <a:accent4>
        <a:srgbClr val="D8691E"/>
      </a:accent4>
      <a:accent5>
        <a:srgbClr val="3F8E39"/>
      </a:accent5>
      <a:accent6>
        <a:srgbClr val="04628C"/>
      </a:accent6>
      <a:hlink>
        <a:srgbClr val="0000CC"/>
      </a:hlink>
      <a:folHlink>
        <a:srgbClr val="333399"/>
      </a:folHlink>
    </a:clrScheme>
    <a:fontScheme name="TA80_CurrDev_Theme_fontScheme">
      <a:majorFont>
        <a:latin typeface="Arial"/>
        <a:ea typeface=""/>
        <a:cs typeface=""/>
      </a:majorFont>
      <a:minorFont>
        <a:latin typeface="Arial"/>
        <a:ea typeface=""/>
        <a:cs typeface=""/>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noAutofit/>
      </a:bodyPr>
      <a:lstStyle>
        <a:defPPr>
          <a:defRPr dirty="0" smtClean="0">
            <a:solidFill>
              <a:srgbClr val="C00000"/>
            </a:solidFill>
            <a:latin typeface="Arial" pitchFamily="32" charset="0"/>
            <a:cs typeface="Arial" pitchFamily="32"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CB57B5F54F4DA48B31C4943C8567926" ma:contentTypeVersion="3" ma:contentTypeDescription="Create a new document." ma:contentTypeScope="" ma:versionID="5eaa3ee1509582f4e02561b7145d904d">
  <xsd:schema xmlns:xsd="http://www.w3.org/2001/XMLSchema" xmlns:xs="http://www.w3.org/2001/XMLSchema" xmlns:p="http://schemas.microsoft.com/office/2006/metadata/properties" xmlns:ns2="e38a8859-07ab-46c5-a44f-5c9b86e92d7c" targetNamespace="http://schemas.microsoft.com/office/2006/metadata/properties" ma:root="true" ma:fieldsID="4d2d3dc816ad86660348993a9b5cdcc4" ns2:_="">
    <xsd:import namespace="e38a8859-07ab-46c5-a44f-5c9b86e92d7c"/>
    <xsd:element name="properties">
      <xsd:complexType>
        <xsd:sequence>
          <xsd:element name="documentManagement">
            <xsd:complexType>
              <xsd:all>
                <xsd:element ref="ns2:MediaServiceMetadata" minOccurs="0"/>
                <xsd:element ref="ns2:MediaServiceFastMetadata"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8a8859-07ab-46c5-a44f-5c9b86e92d7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FF265FF-48DC-4BE4-B9FE-5DB5E0AF1172}">
  <ds:schemaRefs>
    <ds:schemaRef ds:uri="http://schemas.microsoft.com/office/2006/documentManagement/types"/>
    <ds:schemaRef ds:uri="http://schemas.microsoft.com/office/2006/metadata/properties"/>
    <ds:schemaRef ds:uri="ec2ac320-4691-4145-9221-fe31435db753"/>
    <ds:schemaRef ds:uri="http://www.w3.org/XML/1998/namespace"/>
    <ds:schemaRef ds:uri="http://purl.org/dc/dcmitype/"/>
    <ds:schemaRef ds:uri="http://purl.org/dc/elements/1.1/"/>
    <ds:schemaRef ds:uri="http://schemas.microsoft.com/office/infopath/2007/PartnerControls"/>
    <ds:schemaRef ds:uri="http://schemas.openxmlformats.org/package/2006/metadata/core-properties"/>
    <ds:schemaRef ds:uri="http://purl.org/dc/terms/"/>
  </ds:schemaRefs>
</ds:datastoreItem>
</file>

<file path=customXml/itemProps2.xml><?xml version="1.0" encoding="utf-8"?>
<ds:datastoreItem xmlns:ds="http://schemas.openxmlformats.org/officeDocument/2006/customXml" ds:itemID="{CD75D66F-AF89-4D34-91C6-7D82954E09CB}">
  <ds:schemaRefs>
    <ds:schemaRef ds:uri="http://schemas.microsoft.com/sharepoint/v3/contenttype/forms"/>
  </ds:schemaRefs>
</ds:datastoreItem>
</file>

<file path=customXml/itemProps3.xml><?xml version="1.0" encoding="utf-8"?>
<ds:datastoreItem xmlns:ds="http://schemas.openxmlformats.org/officeDocument/2006/customXml" ds:itemID="{CD82C451-E6D3-4051-A43D-6C7CE248C57B}"/>
</file>

<file path=docProps/app.xml><?xml version="1.0" encoding="utf-8"?>
<Properties xmlns="http://schemas.openxmlformats.org/officeDocument/2006/extended-properties" xmlns:vt="http://schemas.openxmlformats.org/officeDocument/2006/docPropsVTypes">
  <Template/>
  <TotalTime>7764</TotalTime>
  <Words>3266</Words>
  <Application>Microsoft Office PowerPoint</Application>
  <PresentationFormat>Widescreen</PresentationFormat>
  <Paragraphs>274</Paragraphs>
  <Slides>32</Slides>
  <Notes>25</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Emerald_Template</vt:lpstr>
      <vt:lpstr>InsuranceSuite 10 Integration</vt:lpstr>
      <vt:lpstr>PowerPoint Presentation</vt:lpstr>
      <vt:lpstr>PowerPoint Presentation</vt:lpstr>
      <vt:lpstr>EventAware entity</vt:lpstr>
      <vt:lpstr>MessageContext entity</vt:lpstr>
      <vt:lpstr>Message entity</vt:lpstr>
      <vt:lpstr>Message History entity</vt:lpstr>
      <vt:lpstr>Triggering custom message events</vt:lpstr>
      <vt:lpstr>PowerPoint Presentation</vt:lpstr>
      <vt:lpstr>Destination</vt:lpstr>
      <vt:lpstr>Destination message events</vt:lpstr>
      <vt:lpstr>Defining a messaging destination</vt:lpstr>
      <vt:lpstr>Other messaging destination parameters</vt:lpstr>
      <vt:lpstr>Deploy code changes</vt:lpstr>
      <vt:lpstr>PowerPoint Presentation</vt:lpstr>
      <vt:lpstr>Guidewire business rules</vt:lpstr>
      <vt:lpstr>Rule set execution</vt:lpstr>
      <vt:lpstr>Rule set editor</vt:lpstr>
      <vt:lpstr>Event Fired rule set</vt:lpstr>
      <vt:lpstr>Common options for generating message payloads</vt:lpstr>
      <vt:lpstr>Late binding in the payload</vt:lpstr>
      <vt:lpstr>Event Fired rule set hierarchy structure</vt:lpstr>
      <vt:lpstr>Creating a message from MessageContexts</vt:lpstr>
      <vt:lpstr>Deploy code changes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Gosu Bundles</dc:title>
  <dc:subject>Guidewire 8.0 Application Integration Gosu Bundles</dc:subject>
  <dc:creator>Seth Luersen</dc:creator>
  <cp:keywords>Emerald; Integration; 8.0.1</cp:keywords>
  <cp:lastModifiedBy>Neyyadiyilsahadevan, Anoop (Cognizant)</cp:lastModifiedBy>
  <cp:revision>428</cp:revision>
  <dcterms:created xsi:type="dcterms:W3CDTF">2013-08-19T16:16:51Z</dcterms:created>
  <dcterms:modified xsi:type="dcterms:W3CDTF">2020-12-30T18:06:35Z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0x0101008CB57B5F54F4DA48B31C4943C8567926</vt:lpwstr>
  </property>
</Properties>
</file>